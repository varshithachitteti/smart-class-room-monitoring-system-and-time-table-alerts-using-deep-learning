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 u="sng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80491" y="1057668"/>
            <a:ext cx="2978150" cy="5659120"/>
          </a:xfrm>
          <a:custGeom>
            <a:avLst/>
            <a:gdLst/>
            <a:ahLst/>
            <a:cxnLst/>
            <a:rect l="l" t="t" r="r" b="b"/>
            <a:pathLst>
              <a:path w="2978150" h="5659120">
                <a:moveTo>
                  <a:pt x="2977908" y="0"/>
                </a:moveTo>
                <a:lnTo>
                  <a:pt x="0" y="0"/>
                </a:lnTo>
                <a:lnTo>
                  <a:pt x="48285" y="381"/>
                </a:lnTo>
                <a:lnTo>
                  <a:pt x="96367" y="1524"/>
                </a:lnTo>
                <a:lnTo>
                  <a:pt x="144272" y="3429"/>
                </a:lnTo>
                <a:lnTo>
                  <a:pt x="191973" y="6096"/>
                </a:lnTo>
                <a:lnTo>
                  <a:pt x="239471" y="9499"/>
                </a:lnTo>
                <a:lnTo>
                  <a:pt x="286753" y="13639"/>
                </a:lnTo>
                <a:lnTo>
                  <a:pt x="333832" y="18529"/>
                </a:lnTo>
                <a:lnTo>
                  <a:pt x="380695" y="24130"/>
                </a:lnTo>
                <a:lnTo>
                  <a:pt x="427329" y="30467"/>
                </a:lnTo>
                <a:lnTo>
                  <a:pt x="473722" y="37528"/>
                </a:lnTo>
                <a:lnTo>
                  <a:pt x="519887" y="45288"/>
                </a:lnTo>
                <a:lnTo>
                  <a:pt x="565810" y="53759"/>
                </a:lnTo>
                <a:lnTo>
                  <a:pt x="611479" y="62928"/>
                </a:lnTo>
                <a:lnTo>
                  <a:pt x="656894" y="72796"/>
                </a:lnTo>
                <a:lnTo>
                  <a:pt x="702056" y="83350"/>
                </a:lnTo>
                <a:lnTo>
                  <a:pt x="746937" y="94589"/>
                </a:lnTo>
                <a:lnTo>
                  <a:pt x="791565" y="106502"/>
                </a:lnTo>
                <a:lnTo>
                  <a:pt x="835901" y="119087"/>
                </a:lnTo>
                <a:lnTo>
                  <a:pt x="879957" y="132334"/>
                </a:lnTo>
                <a:lnTo>
                  <a:pt x="923734" y="146240"/>
                </a:lnTo>
                <a:lnTo>
                  <a:pt x="967206" y="160807"/>
                </a:lnTo>
                <a:lnTo>
                  <a:pt x="1010373" y="176022"/>
                </a:lnTo>
                <a:lnTo>
                  <a:pt x="1053249" y="191871"/>
                </a:lnTo>
                <a:lnTo>
                  <a:pt x="1095794" y="208368"/>
                </a:lnTo>
                <a:lnTo>
                  <a:pt x="1138034" y="225488"/>
                </a:lnTo>
                <a:lnTo>
                  <a:pt x="1179944" y="243230"/>
                </a:lnTo>
                <a:lnTo>
                  <a:pt x="1221536" y="261607"/>
                </a:lnTo>
                <a:lnTo>
                  <a:pt x="1262773" y="280581"/>
                </a:lnTo>
                <a:lnTo>
                  <a:pt x="1303680" y="300164"/>
                </a:lnTo>
                <a:lnTo>
                  <a:pt x="1344244" y="320357"/>
                </a:lnTo>
                <a:lnTo>
                  <a:pt x="1384452" y="341147"/>
                </a:lnTo>
                <a:lnTo>
                  <a:pt x="1424292" y="362521"/>
                </a:lnTo>
                <a:lnTo>
                  <a:pt x="1463776" y="384479"/>
                </a:lnTo>
                <a:lnTo>
                  <a:pt x="1502892" y="407009"/>
                </a:lnTo>
                <a:lnTo>
                  <a:pt x="1541627" y="430123"/>
                </a:lnTo>
                <a:lnTo>
                  <a:pt x="1579994" y="453796"/>
                </a:lnTo>
                <a:lnTo>
                  <a:pt x="1617954" y="478040"/>
                </a:lnTo>
                <a:lnTo>
                  <a:pt x="1655533" y="502831"/>
                </a:lnTo>
                <a:lnTo>
                  <a:pt x="1692706" y="528180"/>
                </a:lnTo>
                <a:lnTo>
                  <a:pt x="1729486" y="554062"/>
                </a:lnTo>
                <a:lnTo>
                  <a:pt x="1765846" y="580491"/>
                </a:lnTo>
                <a:lnTo>
                  <a:pt x="1801787" y="607453"/>
                </a:lnTo>
                <a:lnTo>
                  <a:pt x="1837309" y="634936"/>
                </a:lnTo>
                <a:lnTo>
                  <a:pt x="1872411" y="662940"/>
                </a:lnTo>
                <a:lnTo>
                  <a:pt x="1907070" y="691451"/>
                </a:lnTo>
                <a:lnTo>
                  <a:pt x="1941283" y="720483"/>
                </a:lnTo>
                <a:lnTo>
                  <a:pt x="1975065" y="750011"/>
                </a:lnTo>
                <a:lnTo>
                  <a:pt x="2008390" y="780046"/>
                </a:lnTo>
                <a:lnTo>
                  <a:pt x="2041258" y="810564"/>
                </a:lnTo>
                <a:lnTo>
                  <a:pt x="2073668" y="841565"/>
                </a:lnTo>
                <a:lnTo>
                  <a:pt x="2105596" y="873048"/>
                </a:lnTo>
                <a:lnTo>
                  <a:pt x="2137067" y="905014"/>
                </a:lnTo>
                <a:lnTo>
                  <a:pt x="2168055" y="937437"/>
                </a:lnTo>
                <a:lnTo>
                  <a:pt x="2198547" y="970330"/>
                </a:lnTo>
                <a:lnTo>
                  <a:pt x="2228558" y="1003681"/>
                </a:lnTo>
                <a:lnTo>
                  <a:pt x="2258060" y="1037475"/>
                </a:lnTo>
                <a:lnTo>
                  <a:pt x="2287066" y="1071727"/>
                </a:lnTo>
                <a:lnTo>
                  <a:pt x="2315565" y="1106411"/>
                </a:lnTo>
                <a:lnTo>
                  <a:pt x="2343543" y="1141526"/>
                </a:lnTo>
                <a:lnTo>
                  <a:pt x="2371013" y="1177074"/>
                </a:lnTo>
                <a:lnTo>
                  <a:pt x="2397950" y="1213040"/>
                </a:lnTo>
                <a:lnTo>
                  <a:pt x="2424353" y="1249413"/>
                </a:lnTo>
                <a:lnTo>
                  <a:pt x="2450211" y="1286205"/>
                </a:lnTo>
                <a:lnTo>
                  <a:pt x="2475534" y="1323403"/>
                </a:lnTo>
                <a:lnTo>
                  <a:pt x="2500312" y="1361008"/>
                </a:lnTo>
                <a:lnTo>
                  <a:pt x="2524531" y="1398993"/>
                </a:lnTo>
                <a:lnTo>
                  <a:pt x="2548191" y="1437373"/>
                </a:lnTo>
                <a:lnTo>
                  <a:pt x="2571280" y="1476133"/>
                </a:lnTo>
                <a:lnTo>
                  <a:pt x="2593797" y="1515262"/>
                </a:lnTo>
                <a:lnTo>
                  <a:pt x="2615730" y="1554759"/>
                </a:lnTo>
                <a:lnTo>
                  <a:pt x="2637091" y="1594637"/>
                </a:lnTo>
                <a:lnTo>
                  <a:pt x="2657856" y="1634858"/>
                </a:lnTo>
                <a:lnTo>
                  <a:pt x="2678023" y="1675434"/>
                </a:lnTo>
                <a:lnTo>
                  <a:pt x="2697594" y="1716354"/>
                </a:lnTo>
                <a:lnTo>
                  <a:pt x="2716555" y="1757629"/>
                </a:lnTo>
                <a:lnTo>
                  <a:pt x="2734907" y="1799221"/>
                </a:lnTo>
                <a:lnTo>
                  <a:pt x="2752636" y="1841157"/>
                </a:lnTo>
                <a:lnTo>
                  <a:pt x="2769743" y="1883410"/>
                </a:lnTo>
                <a:lnTo>
                  <a:pt x="2786215" y="1925980"/>
                </a:lnTo>
                <a:lnTo>
                  <a:pt x="2802051" y="1968855"/>
                </a:lnTo>
                <a:lnTo>
                  <a:pt x="2817253" y="2012048"/>
                </a:lnTo>
                <a:lnTo>
                  <a:pt x="2831808" y="2055533"/>
                </a:lnTo>
                <a:lnTo>
                  <a:pt x="2845701" y="2099322"/>
                </a:lnTo>
                <a:lnTo>
                  <a:pt x="2858935" y="2143391"/>
                </a:lnTo>
                <a:lnTo>
                  <a:pt x="2871508" y="2187740"/>
                </a:lnTo>
                <a:lnTo>
                  <a:pt x="2883408" y="2232380"/>
                </a:lnTo>
                <a:lnTo>
                  <a:pt x="2894634" y="2277275"/>
                </a:lnTo>
                <a:lnTo>
                  <a:pt x="2905175" y="2322449"/>
                </a:lnTo>
                <a:lnTo>
                  <a:pt x="2915031" y="2367877"/>
                </a:lnTo>
                <a:lnTo>
                  <a:pt x="2924200" y="2413558"/>
                </a:lnTo>
                <a:lnTo>
                  <a:pt x="2932658" y="2459482"/>
                </a:lnTo>
                <a:lnTo>
                  <a:pt x="2940418" y="2505659"/>
                </a:lnTo>
                <a:lnTo>
                  <a:pt x="2947454" y="2552065"/>
                </a:lnTo>
                <a:lnTo>
                  <a:pt x="2953791" y="2598699"/>
                </a:lnTo>
                <a:lnTo>
                  <a:pt x="2959392" y="2645562"/>
                </a:lnTo>
                <a:lnTo>
                  <a:pt x="2964269" y="2692641"/>
                </a:lnTo>
                <a:lnTo>
                  <a:pt x="2968409" y="2739936"/>
                </a:lnTo>
                <a:lnTo>
                  <a:pt x="2971812" y="2787446"/>
                </a:lnTo>
                <a:lnTo>
                  <a:pt x="2974136" y="2829369"/>
                </a:lnTo>
                <a:lnTo>
                  <a:pt x="2971812" y="2871317"/>
                </a:lnTo>
                <a:lnTo>
                  <a:pt x="2968409" y="2918866"/>
                </a:lnTo>
                <a:lnTo>
                  <a:pt x="2964269" y="2966186"/>
                </a:lnTo>
                <a:lnTo>
                  <a:pt x="2959392" y="3013303"/>
                </a:lnTo>
                <a:lnTo>
                  <a:pt x="2953791" y="3060204"/>
                </a:lnTo>
                <a:lnTo>
                  <a:pt x="2947454" y="3106877"/>
                </a:lnTo>
                <a:lnTo>
                  <a:pt x="2940418" y="3153308"/>
                </a:lnTo>
                <a:lnTo>
                  <a:pt x="2932658" y="3199511"/>
                </a:lnTo>
                <a:lnTo>
                  <a:pt x="2924200" y="3245459"/>
                </a:lnTo>
                <a:lnTo>
                  <a:pt x="2915031" y="3291167"/>
                </a:lnTo>
                <a:lnTo>
                  <a:pt x="2905175" y="3336620"/>
                </a:lnTo>
                <a:lnTo>
                  <a:pt x="2894634" y="3381806"/>
                </a:lnTo>
                <a:lnTo>
                  <a:pt x="2883408" y="3426726"/>
                </a:lnTo>
                <a:lnTo>
                  <a:pt x="2871508" y="3471380"/>
                </a:lnTo>
                <a:lnTo>
                  <a:pt x="2858935" y="3515753"/>
                </a:lnTo>
                <a:lnTo>
                  <a:pt x="2845701" y="3559848"/>
                </a:lnTo>
                <a:lnTo>
                  <a:pt x="2831808" y="3603637"/>
                </a:lnTo>
                <a:lnTo>
                  <a:pt x="2817253" y="3647148"/>
                </a:lnTo>
                <a:lnTo>
                  <a:pt x="2802051" y="3690340"/>
                </a:lnTo>
                <a:lnTo>
                  <a:pt x="2786215" y="3733241"/>
                </a:lnTo>
                <a:lnTo>
                  <a:pt x="2769743" y="3775824"/>
                </a:lnTo>
                <a:lnTo>
                  <a:pt x="2752636" y="3818077"/>
                </a:lnTo>
                <a:lnTo>
                  <a:pt x="2734907" y="3860025"/>
                </a:lnTo>
                <a:lnTo>
                  <a:pt x="2716555" y="3901630"/>
                </a:lnTo>
                <a:lnTo>
                  <a:pt x="2697594" y="3942905"/>
                </a:lnTo>
                <a:lnTo>
                  <a:pt x="2678023" y="3983825"/>
                </a:lnTo>
                <a:lnTo>
                  <a:pt x="2657856" y="4024414"/>
                </a:lnTo>
                <a:lnTo>
                  <a:pt x="2637091" y="4064635"/>
                </a:lnTo>
                <a:lnTo>
                  <a:pt x="2615730" y="4104513"/>
                </a:lnTo>
                <a:lnTo>
                  <a:pt x="2593797" y="4144010"/>
                </a:lnTo>
                <a:lnTo>
                  <a:pt x="2571280" y="4183151"/>
                </a:lnTo>
                <a:lnTo>
                  <a:pt x="2548191" y="4221899"/>
                </a:lnTo>
                <a:lnTo>
                  <a:pt x="2524531" y="4260278"/>
                </a:lnTo>
                <a:lnTo>
                  <a:pt x="2500312" y="4298264"/>
                </a:lnTo>
                <a:lnTo>
                  <a:pt x="2475534" y="4335856"/>
                </a:lnTo>
                <a:lnTo>
                  <a:pt x="2450211" y="4373054"/>
                </a:lnTo>
                <a:lnTo>
                  <a:pt x="2424353" y="4409846"/>
                </a:lnTo>
                <a:lnTo>
                  <a:pt x="2397950" y="4446219"/>
                </a:lnTo>
                <a:lnTo>
                  <a:pt x="2371013" y="4482185"/>
                </a:lnTo>
                <a:lnTo>
                  <a:pt x="2343543" y="4517720"/>
                </a:lnTo>
                <a:lnTo>
                  <a:pt x="2315565" y="4552835"/>
                </a:lnTo>
                <a:lnTo>
                  <a:pt x="2287066" y="4587506"/>
                </a:lnTo>
                <a:lnTo>
                  <a:pt x="2258060" y="4621746"/>
                </a:lnTo>
                <a:lnTo>
                  <a:pt x="2228558" y="4655528"/>
                </a:lnTo>
                <a:lnTo>
                  <a:pt x="2198547" y="4688865"/>
                </a:lnTo>
                <a:lnTo>
                  <a:pt x="2168055" y="4721745"/>
                </a:lnTo>
                <a:lnTo>
                  <a:pt x="2137067" y="4754169"/>
                </a:lnTo>
                <a:lnTo>
                  <a:pt x="2105596" y="4786109"/>
                </a:lnTo>
                <a:lnTo>
                  <a:pt x="2073668" y="4817592"/>
                </a:lnTo>
                <a:lnTo>
                  <a:pt x="2041258" y="4848580"/>
                </a:lnTo>
                <a:lnTo>
                  <a:pt x="2008390" y="4879086"/>
                </a:lnTo>
                <a:lnTo>
                  <a:pt x="1975065" y="4909109"/>
                </a:lnTo>
                <a:lnTo>
                  <a:pt x="1941283" y="4938623"/>
                </a:lnTo>
                <a:lnTo>
                  <a:pt x="1907070" y="4967643"/>
                </a:lnTo>
                <a:lnTo>
                  <a:pt x="1872411" y="4996142"/>
                </a:lnTo>
                <a:lnTo>
                  <a:pt x="1837309" y="5024132"/>
                </a:lnTo>
                <a:lnTo>
                  <a:pt x="1801787" y="5051603"/>
                </a:lnTo>
                <a:lnTo>
                  <a:pt x="1765846" y="5078552"/>
                </a:lnTo>
                <a:lnTo>
                  <a:pt x="1729486" y="5104955"/>
                </a:lnTo>
                <a:lnTo>
                  <a:pt x="1692706" y="5130838"/>
                </a:lnTo>
                <a:lnTo>
                  <a:pt x="1655533" y="5156162"/>
                </a:lnTo>
                <a:lnTo>
                  <a:pt x="1617954" y="5180939"/>
                </a:lnTo>
                <a:lnTo>
                  <a:pt x="1579994" y="5205171"/>
                </a:lnTo>
                <a:lnTo>
                  <a:pt x="1541627" y="5228831"/>
                </a:lnTo>
                <a:lnTo>
                  <a:pt x="1502892" y="5251920"/>
                </a:lnTo>
                <a:lnTo>
                  <a:pt x="1463776" y="5274449"/>
                </a:lnTo>
                <a:lnTo>
                  <a:pt x="1424292" y="5296395"/>
                </a:lnTo>
                <a:lnTo>
                  <a:pt x="1384452" y="5317756"/>
                </a:lnTo>
                <a:lnTo>
                  <a:pt x="1344244" y="5338521"/>
                </a:lnTo>
                <a:lnTo>
                  <a:pt x="1303680" y="5358689"/>
                </a:lnTo>
                <a:lnTo>
                  <a:pt x="1262773" y="5378272"/>
                </a:lnTo>
                <a:lnTo>
                  <a:pt x="1221536" y="5397233"/>
                </a:lnTo>
                <a:lnTo>
                  <a:pt x="1179944" y="5415585"/>
                </a:lnTo>
                <a:lnTo>
                  <a:pt x="1138034" y="5433314"/>
                </a:lnTo>
                <a:lnTo>
                  <a:pt x="1095794" y="5450421"/>
                </a:lnTo>
                <a:lnTo>
                  <a:pt x="1053249" y="5466905"/>
                </a:lnTo>
                <a:lnTo>
                  <a:pt x="1010373" y="5482742"/>
                </a:lnTo>
                <a:lnTo>
                  <a:pt x="967206" y="5497944"/>
                </a:lnTo>
                <a:lnTo>
                  <a:pt x="923734" y="5512498"/>
                </a:lnTo>
                <a:lnTo>
                  <a:pt x="879957" y="5526392"/>
                </a:lnTo>
                <a:lnTo>
                  <a:pt x="835901" y="5539638"/>
                </a:lnTo>
                <a:lnTo>
                  <a:pt x="791565" y="5552211"/>
                </a:lnTo>
                <a:lnTo>
                  <a:pt x="746937" y="5564111"/>
                </a:lnTo>
                <a:lnTo>
                  <a:pt x="702056" y="5575338"/>
                </a:lnTo>
                <a:lnTo>
                  <a:pt x="656894" y="5585879"/>
                </a:lnTo>
                <a:lnTo>
                  <a:pt x="611479" y="5595734"/>
                </a:lnTo>
                <a:lnTo>
                  <a:pt x="565810" y="5604903"/>
                </a:lnTo>
                <a:lnTo>
                  <a:pt x="519887" y="5613362"/>
                </a:lnTo>
                <a:lnTo>
                  <a:pt x="473722" y="5621121"/>
                </a:lnTo>
                <a:lnTo>
                  <a:pt x="427329" y="5628157"/>
                </a:lnTo>
                <a:lnTo>
                  <a:pt x="380695" y="5634494"/>
                </a:lnTo>
                <a:lnTo>
                  <a:pt x="333832" y="5640095"/>
                </a:lnTo>
                <a:lnTo>
                  <a:pt x="286753" y="5644972"/>
                </a:lnTo>
                <a:lnTo>
                  <a:pt x="239471" y="5649112"/>
                </a:lnTo>
                <a:lnTo>
                  <a:pt x="191973" y="5652516"/>
                </a:lnTo>
                <a:lnTo>
                  <a:pt x="144272" y="5655170"/>
                </a:lnTo>
                <a:lnTo>
                  <a:pt x="96367" y="5657075"/>
                </a:lnTo>
                <a:lnTo>
                  <a:pt x="48285" y="5658218"/>
                </a:lnTo>
                <a:lnTo>
                  <a:pt x="0" y="5658599"/>
                </a:lnTo>
                <a:lnTo>
                  <a:pt x="2977908" y="5658599"/>
                </a:lnTo>
                <a:lnTo>
                  <a:pt x="2977908" y="2979407"/>
                </a:lnTo>
                <a:lnTo>
                  <a:pt x="2977908" y="2679192"/>
                </a:lnTo>
                <a:lnTo>
                  <a:pt x="2977908" y="0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57655"/>
            <a:ext cx="771525" cy="771525"/>
          </a:xfrm>
          <a:custGeom>
            <a:avLst/>
            <a:gdLst/>
            <a:ahLst/>
            <a:cxnLst/>
            <a:rect l="l" t="t" r="r" b="b"/>
            <a:pathLst>
              <a:path w="771525" h="771525">
                <a:moveTo>
                  <a:pt x="0" y="771143"/>
                </a:moveTo>
                <a:lnTo>
                  <a:pt x="0" y="0"/>
                </a:lnTo>
                <a:lnTo>
                  <a:pt x="771143" y="0"/>
                </a:lnTo>
                <a:lnTo>
                  <a:pt x="769630" y="48856"/>
                </a:lnTo>
                <a:lnTo>
                  <a:pt x="765149" y="96893"/>
                </a:lnTo>
                <a:lnTo>
                  <a:pt x="757790" y="144021"/>
                </a:lnTo>
                <a:lnTo>
                  <a:pt x="747642" y="190149"/>
                </a:lnTo>
                <a:lnTo>
                  <a:pt x="734795" y="235189"/>
                </a:lnTo>
                <a:lnTo>
                  <a:pt x="719339" y="279052"/>
                </a:lnTo>
                <a:lnTo>
                  <a:pt x="701362" y="321647"/>
                </a:lnTo>
                <a:lnTo>
                  <a:pt x="680955" y="362885"/>
                </a:lnTo>
                <a:lnTo>
                  <a:pt x="658207" y="402677"/>
                </a:lnTo>
                <a:lnTo>
                  <a:pt x="633207" y="440933"/>
                </a:lnTo>
                <a:lnTo>
                  <a:pt x="606044" y="477564"/>
                </a:lnTo>
                <a:lnTo>
                  <a:pt x="576810" y="512480"/>
                </a:lnTo>
                <a:lnTo>
                  <a:pt x="545591" y="545591"/>
                </a:lnTo>
                <a:lnTo>
                  <a:pt x="512480" y="576810"/>
                </a:lnTo>
                <a:lnTo>
                  <a:pt x="477564" y="606044"/>
                </a:lnTo>
                <a:lnTo>
                  <a:pt x="440933" y="633207"/>
                </a:lnTo>
                <a:lnTo>
                  <a:pt x="402677" y="658207"/>
                </a:lnTo>
                <a:lnTo>
                  <a:pt x="362885" y="680955"/>
                </a:lnTo>
                <a:lnTo>
                  <a:pt x="321647" y="701362"/>
                </a:lnTo>
                <a:lnTo>
                  <a:pt x="279052" y="719339"/>
                </a:lnTo>
                <a:lnTo>
                  <a:pt x="235189" y="734795"/>
                </a:lnTo>
                <a:lnTo>
                  <a:pt x="190149" y="747642"/>
                </a:lnTo>
                <a:lnTo>
                  <a:pt x="144021" y="757790"/>
                </a:lnTo>
                <a:lnTo>
                  <a:pt x="96893" y="765149"/>
                </a:lnTo>
                <a:lnTo>
                  <a:pt x="48856" y="769630"/>
                </a:lnTo>
                <a:lnTo>
                  <a:pt x="0" y="771143"/>
                </a:lnTo>
                <a:close/>
              </a:path>
            </a:pathLst>
          </a:custGeom>
          <a:solidFill>
            <a:srgbClr val="6270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316724" y="5670803"/>
            <a:ext cx="649605" cy="1045844"/>
          </a:xfrm>
          <a:custGeom>
            <a:avLst/>
            <a:gdLst/>
            <a:ahLst/>
            <a:cxnLst/>
            <a:rect l="l" t="t" r="r" b="b"/>
            <a:pathLst>
              <a:path w="649604" h="1045845">
                <a:moveTo>
                  <a:pt x="0" y="1045464"/>
                </a:moveTo>
                <a:lnTo>
                  <a:pt x="0" y="649224"/>
                </a:lnTo>
                <a:lnTo>
                  <a:pt x="1896" y="599183"/>
                </a:lnTo>
                <a:lnTo>
                  <a:pt x="7495" y="550192"/>
                </a:lnTo>
                <a:lnTo>
                  <a:pt x="16654" y="502389"/>
                </a:lnTo>
                <a:lnTo>
                  <a:pt x="29236" y="455907"/>
                </a:lnTo>
                <a:lnTo>
                  <a:pt x="45100" y="410884"/>
                </a:lnTo>
                <a:lnTo>
                  <a:pt x="64108" y="367456"/>
                </a:lnTo>
                <a:lnTo>
                  <a:pt x="86120" y="325758"/>
                </a:lnTo>
                <a:lnTo>
                  <a:pt x="110995" y="285926"/>
                </a:lnTo>
                <a:lnTo>
                  <a:pt x="138596" y="248097"/>
                </a:lnTo>
                <a:lnTo>
                  <a:pt x="168783" y="212407"/>
                </a:lnTo>
                <a:lnTo>
                  <a:pt x="201415" y="178991"/>
                </a:lnTo>
                <a:lnTo>
                  <a:pt x="236354" y="147986"/>
                </a:lnTo>
                <a:lnTo>
                  <a:pt x="273460" y="119527"/>
                </a:lnTo>
                <a:lnTo>
                  <a:pt x="312593" y="93751"/>
                </a:lnTo>
                <a:lnTo>
                  <a:pt x="353615" y="70794"/>
                </a:lnTo>
                <a:lnTo>
                  <a:pt x="396386" y="50791"/>
                </a:lnTo>
                <a:lnTo>
                  <a:pt x="440766" y="33879"/>
                </a:lnTo>
                <a:lnTo>
                  <a:pt x="486616" y="20194"/>
                </a:lnTo>
                <a:lnTo>
                  <a:pt x="533796" y="9871"/>
                </a:lnTo>
                <a:lnTo>
                  <a:pt x="582168" y="3048"/>
                </a:lnTo>
                <a:lnTo>
                  <a:pt x="649224" y="0"/>
                </a:lnTo>
                <a:lnTo>
                  <a:pt x="649224" y="396239"/>
                </a:lnTo>
                <a:lnTo>
                  <a:pt x="647440" y="444640"/>
                </a:lnTo>
                <a:lnTo>
                  <a:pt x="642175" y="492083"/>
                </a:lnTo>
                <a:lnTo>
                  <a:pt x="633553" y="538443"/>
                </a:lnTo>
                <a:lnTo>
                  <a:pt x="621702" y="583592"/>
                </a:lnTo>
                <a:lnTo>
                  <a:pt x="606747" y="627405"/>
                </a:lnTo>
                <a:lnTo>
                  <a:pt x="588815" y="669756"/>
                </a:lnTo>
                <a:lnTo>
                  <a:pt x="568032" y="710518"/>
                </a:lnTo>
                <a:lnTo>
                  <a:pt x="544524" y="749565"/>
                </a:lnTo>
                <a:lnTo>
                  <a:pt x="518418" y="786771"/>
                </a:lnTo>
                <a:lnTo>
                  <a:pt x="489839" y="822009"/>
                </a:lnTo>
                <a:lnTo>
                  <a:pt x="458914" y="855154"/>
                </a:lnTo>
                <a:lnTo>
                  <a:pt x="425769" y="886079"/>
                </a:lnTo>
                <a:lnTo>
                  <a:pt x="390531" y="914658"/>
                </a:lnTo>
                <a:lnTo>
                  <a:pt x="353325" y="940764"/>
                </a:lnTo>
                <a:lnTo>
                  <a:pt x="314278" y="964272"/>
                </a:lnTo>
                <a:lnTo>
                  <a:pt x="273516" y="985055"/>
                </a:lnTo>
                <a:lnTo>
                  <a:pt x="231165" y="1002987"/>
                </a:lnTo>
                <a:lnTo>
                  <a:pt x="187352" y="1017942"/>
                </a:lnTo>
                <a:lnTo>
                  <a:pt x="142203" y="1029793"/>
                </a:lnTo>
                <a:lnTo>
                  <a:pt x="95843" y="1038415"/>
                </a:lnTo>
                <a:lnTo>
                  <a:pt x="48400" y="1043680"/>
                </a:lnTo>
                <a:lnTo>
                  <a:pt x="0" y="1045464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669023" y="5670803"/>
            <a:ext cx="647700" cy="1045844"/>
          </a:xfrm>
          <a:custGeom>
            <a:avLst/>
            <a:gdLst/>
            <a:ahLst/>
            <a:cxnLst/>
            <a:rect l="l" t="t" r="r" b="b"/>
            <a:pathLst>
              <a:path w="647700" h="1045845">
                <a:moveTo>
                  <a:pt x="647700" y="1045464"/>
                </a:moveTo>
                <a:lnTo>
                  <a:pt x="599308" y="1043680"/>
                </a:lnTo>
                <a:lnTo>
                  <a:pt x="551891" y="1038415"/>
                </a:lnTo>
                <a:lnTo>
                  <a:pt x="505574" y="1029793"/>
                </a:lnTo>
                <a:lnTo>
                  <a:pt x="460480" y="1017942"/>
                </a:lnTo>
                <a:lnTo>
                  <a:pt x="416734" y="1002987"/>
                </a:lnTo>
                <a:lnTo>
                  <a:pt x="374462" y="985055"/>
                </a:lnTo>
                <a:lnTo>
                  <a:pt x="333786" y="964272"/>
                </a:lnTo>
                <a:lnTo>
                  <a:pt x="294832" y="940764"/>
                </a:lnTo>
                <a:lnTo>
                  <a:pt x="257725" y="914658"/>
                </a:lnTo>
                <a:lnTo>
                  <a:pt x="222588" y="886079"/>
                </a:lnTo>
                <a:lnTo>
                  <a:pt x="189547" y="855154"/>
                </a:lnTo>
                <a:lnTo>
                  <a:pt x="158726" y="822009"/>
                </a:lnTo>
                <a:lnTo>
                  <a:pt x="130249" y="786771"/>
                </a:lnTo>
                <a:lnTo>
                  <a:pt x="104241" y="749565"/>
                </a:lnTo>
                <a:lnTo>
                  <a:pt x="80826" y="710518"/>
                </a:lnTo>
                <a:lnTo>
                  <a:pt x="60129" y="669756"/>
                </a:lnTo>
                <a:lnTo>
                  <a:pt x="42275" y="627405"/>
                </a:lnTo>
                <a:lnTo>
                  <a:pt x="27388" y="583592"/>
                </a:lnTo>
                <a:lnTo>
                  <a:pt x="15592" y="538443"/>
                </a:lnTo>
                <a:lnTo>
                  <a:pt x="7013" y="492083"/>
                </a:lnTo>
                <a:lnTo>
                  <a:pt x="1774" y="444640"/>
                </a:lnTo>
                <a:lnTo>
                  <a:pt x="0" y="396239"/>
                </a:lnTo>
                <a:lnTo>
                  <a:pt x="0" y="0"/>
                </a:lnTo>
                <a:lnTo>
                  <a:pt x="65532" y="3048"/>
                </a:lnTo>
                <a:lnTo>
                  <a:pt x="111823" y="9466"/>
                </a:lnTo>
                <a:lnTo>
                  <a:pt x="157001" y="19064"/>
                </a:lnTo>
                <a:lnTo>
                  <a:pt x="200950" y="31724"/>
                </a:lnTo>
                <a:lnTo>
                  <a:pt x="243550" y="47328"/>
                </a:lnTo>
                <a:lnTo>
                  <a:pt x="284686" y="65758"/>
                </a:lnTo>
                <a:lnTo>
                  <a:pt x="324238" y="86899"/>
                </a:lnTo>
                <a:lnTo>
                  <a:pt x="362091" y="110631"/>
                </a:lnTo>
                <a:lnTo>
                  <a:pt x="398125" y="136837"/>
                </a:lnTo>
                <a:lnTo>
                  <a:pt x="432225" y="165400"/>
                </a:lnTo>
                <a:lnTo>
                  <a:pt x="464271" y="196203"/>
                </a:lnTo>
                <a:lnTo>
                  <a:pt x="494148" y="229127"/>
                </a:lnTo>
                <a:lnTo>
                  <a:pt x="521736" y="264056"/>
                </a:lnTo>
                <a:lnTo>
                  <a:pt x="546920" y="300871"/>
                </a:lnTo>
                <a:lnTo>
                  <a:pt x="569580" y="339456"/>
                </a:lnTo>
                <a:lnTo>
                  <a:pt x="589601" y="379693"/>
                </a:lnTo>
                <a:lnTo>
                  <a:pt x="606864" y="421464"/>
                </a:lnTo>
                <a:lnTo>
                  <a:pt x="621251" y="464652"/>
                </a:lnTo>
                <a:lnTo>
                  <a:pt x="632646" y="509140"/>
                </a:lnTo>
                <a:lnTo>
                  <a:pt x="640931" y="554809"/>
                </a:lnTo>
                <a:lnTo>
                  <a:pt x="645988" y="601543"/>
                </a:lnTo>
                <a:lnTo>
                  <a:pt x="647700" y="649224"/>
                </a:lnTo>
                <a:lnTo>
                  <a:pt x="647700" y="1045464"/>
                </a:lnTo>
                <a:close/>
              </a:path>
            </a:pathLst>
          </a:custGeom>
          <a:solidFill>
            <a:srgbClr val="4454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 u="sng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 u="sng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18376" y="1057655"/>
            <a:ext cx="3240405" cy="5659120"/>
          </a:xfrm>
          <a:custGeom>
            <a:avLst/>
            <a:gdLst/>
            <a:ahLst/>
            <a:cxnLst/>
            <a:rect l="l" t="t" r="r" b="b"/>
            <a:pathLst>
              <a:path w="3240404" h="5659120">
                <a:moveTo>
                  <a:pt x="3240023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3240023" y="0"/>
                </a:lnTo>
                <a:lnTo>
                  <a:pt x="3240023" y="5658611"/>
                </a:lnTo>
                <a:close/>
              </a:path>
            </a:pathLst>
          </a:custGeom>
          <a:solidFill>
            <a:srgbClr val="DAE4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438388" y="4099559"/>
            <a:ext cx="1620520" cy="2616835"/>
          </a:xfrm>
          <a:custGeom>
            <a:avLst/>
            <a:gdLst/>
            <a:ahLst/>
            <a:cxnLst/>
            <a:rect l="l" t="t" r="r" b="b"/>
            <a:pathLst>
              <a:path w="1620520" h="2616834">
                <a:moveTo>
                  <a:pt x="142450" y="2616708"/>
                </a:moveTo>
                <a:lnTo>
                  <a:pt x="0" y="2616708"/>
                </a:lnTo>
                <a:lnTo>
                  <a:pt x="0" y="1627632"/>
                </a:lnTo>
                <a:lnTo>
                  <a:pt x="733" y="1578233"/>
                </a:lnTo>
                <a:lnTo>
                  <a:pt x="2918" y="1529199"/>
                </a:lnTo>
                <a:lnTo>
                  <a:pt x="6534" y="1480551"/>
                </a:lnTo>
                <a:lnTo>
                  <a:pt x="11562" y="1432311"/>
                </a:lnTo>
                <a:lnTo>
                  <a:pt x="17979" y="1384498"/>
                </a:lnTo>
                <a:lnTo>
                  <a:pt x="25765" y="1337134"/>
                </a:lnTo>
                <a:lnTo>
                  <a:pt x="34899" y="1290239"/>
                </a:lnTo>
                <a:lnTo>
                  <a:pt x="45360" y="1243834"/>
                </a:lnTo>
                <a:lnTo>
                  <a:pt x="57128" y="1197941"/>
                </a:lnTo>
                <a:lnTo>
                  <a:pt x="70181" y="1152579"/>
                </a:lnTo>
                <a:lnTo>
                  <a:pt x="84499" y="1107770"/>
                </a:lnTo>
                <a:lnTo>
                  <a:pt x="100062" y="1063535"/>
                </a:lnTo>
                <a:lnTo>
                  <a:pt x="116847" y="1019894"/>
                </a:lnTo>
                <a:lnTo>
                  <a:pt x="134835" y="976868"/>
                </a:lnTo>
                <a:lnTo>
                  <a:pt x="154005" y="934478"/>
                </a:lnTo>
                <a:lnTo>
                  <a:pt x="174335" y="892745"/>
                </a:lnTo>
                <a:lnTo>
                  <a:pt x="195805" y="851690"/>
                </a:lnTo>
                <a:lnTo>
                  <a:pt x="218395" y="811333"/>
                </a:lnTo>
                <a:lnTo>
                  <a:pt x="242082" y="771695"/>
                </a:lnTo>
                <a:lnTo>
                  <a:pt x="266847" y="732797"/>
                </a:lnTo>
                <a:lnTo>
                  <a:pt x="292669" y="694660"/>
                </a:lnTo>
                <a:lnTo>
                  <a:pt x="319527" y="657305"/>
                </a:lnTo>
                <a:lnTo>
                  <a:pt x="347400" y="620753"/>
                </a:lnTo>
                <a:lnTo>
                  <a:pt x="376267" y="585023"/>
                </a:lnTo>
                <a:lnTo>
                  <a:pt x="406107" y="550138"/>
                </a:lnTo>
                <a:lnTo>
                  <a:pt x="436900" y="516118"/>
                </a:lnTo>
                <a:lnTo>
                  <a:pt x="468624" y="482983"/>
                </a:lnTo>
                <a:lnTo>
                  <a:pt x="501260" y="450756"/>
                </a:lnTo>
                <a:lnTo>
                  <a:pt x="534786" y="419455"/>
                </a:lnTo>
                <a:lnTo>
                  <a:pt x="569181" y="389103"/>
                </a:lnTo>
                <a:lnTo>
                  <a:pt x="604424" y="359720"/>
                </a:lnTo>
                <a:lnTo>
                  <a:pt x="640496" y="331327"/>
                </a:lnTo>
                <a:lnTo>
                  <a:pt x="677374" y="303944"/>
                </a:lnTo>
                <a:lnTo>
                  <a:pt x="715038" y="277593"/>
                </a:lnTo>
                <a:lnTo>
                  <a:pt x="753467" y="252295"/>
                </a:lnTo>
                <a:lnTo>
                  <a:pt x="792641" y="228069"/>
                </a:lnTo>
                <a:lnTo>
                  <a:pt x="832538" y="204938"/>
                </a:lnTo>
                <a:lnTo>
                  <a:pt x="873138" y="182921"/>
                </a:lnTo>
                <a:lnTo>
                  <a:pt x="914420" y="162040"/>
                </a:lnTo>
                <a:lnTo>
                  <a:pt x="956364" y="142315"/>
                </a:lnTo>
                <a:lnTo>
                  <a:pt x="998947" y="123767"/>
                </a:lnTo>
                <a:lnTo>
                  <a:pt x="1042150" y="106418"/>
                </a:lnTo>
                <a:lnTo>
                  <a:pt x="1085952" y="90287"/>
                </a:lnTo>
                <a:lnTo>
                  <a:pt x="1130331" y="75396"/>
                </a:lnTo>
                <a:lnTo>
                  <a:pt x="1175268" y="61766"/>
                </a:lnTo>
                <a:lnTo>
                  <a:pt x="1220741" y="49417"/>
                </a:lnTo>
                <a:lnTo>
                  <a:pt x="1266729" y="38370"/>
                </a:lnTo>
                <a:lnTo>
                  <a:pt x="1313212" y="28646"/>
                </a:lnTo>
                <a:lnTo>
                  <a:pt x="1360168" y="20265"/>
                </a:lnTo>
                <a:lnTo>
                  <a:pt x="1407578" y="13250"/>
                </a:lnTo>
                <a:lnTo>
                  <a:pt x="1455420" y="7620"/>
                </a:lnTo>
                <a:lnTo>
                  <a:pt x="1620012" y="0"/>
                </a:lnTo>
                <a:lnTo>
                  <a:pt x="1620012" y="995172"/>
                </a:lnTo>
                <a:lnTo>
                  <a:pt x="1619322" y="1043174"/>
                </a:lnTo>
                <a:lnTo>
                  <a:pt x="1617267" y="1090832"/>
                </a:lnTo>
                <a:lnTo>
                  <a:pt x="1613864" y="1138124"/>
                </a:lnTo>
                <a:lnTo>
                  <a:pt x="1609133" y="1185033"/>
                </a:lnTo>
                <a:lnTo>
                  <a:pt x="1603092" y="1231539"/>
                </a:lnTo>
                <a:lnTo>
                  <a:pt x="1595760" y="1277623"/>
                </a:lnTo>
                <a:lnTo>
                  <a:pt x="1587156" y="1323266"/>
                </a:lnTo>
                <a:lnTo>
                  <a:pt x="1577300" y="1368449"/>
                </a:lnTo>
                <a:lnTo>
                  <a:pt x="1566209" y="1413154"/>
                </a:lnTo>
                <a:lnTo>
                  <a:pt x="1553902" y="1457360"/>
                </a:lnTo>
                <a:lnTo>
                  <a:pt x="1540400" y="1501049"/>
                </a:lnTo>
                <a:lnTo>
                  <a:pt x="1525719" y="1544201"/>
                </a:lnTo>
                <a:lnTo>
                  <a:pt x="1509880" y="1586799"/>
                </a:lnTo>
                <a:lnTo>
                  <a:pt x="1492900" y="1628822"/>
                </a:lnTo>
                <a:lnTo>
                  <a:pt x="1474800" y="1670252"/>
                </a:lnTo>
                <a:lnTo>
                  <a:pt x="1455597" y="1711069"/>
                </a:lnTo>
                <a:lnTo>
                  <a:pt x="1435311" y="1751255"/>
                </a:lnTo>
                <a:lnTo>
                  <a:pt x="1413960" y="1790791"/>
                </a:lnTo>
                <a:lnTo>
                  <a:pt x="1391564" y="1829657"/>
                </a:lnTo>
                <a:lnTo>
                  <a:pt x="1368141" y="1867834"/>
                </a:lnTo>
                <a:lnTo>
                  <a:pt x="1343709" y="1905303"/>
                </a:lnTo>
                <a:lnTo>
                  <a:pt x="1318289" y="1942046"/>
                </a:lnTo>
                <a:lnTo>
                  <a:pt x="1291898" y="1978043"/>
                </a:lnTo>
                <a:lnTo>
                  <a:pt x="1264555" y="2013275"/>
                </a:lnTo>
                <a:lnTo>
                  <a:pt x="1236280" y="2047723"/>
                </a:lnTo>
                <a:lnTo>
                  <a:pt x="1207091" y="2081368"/>
                </a:lnTo>
                <a:lnTo>
                  <a:pt x="1177007" y="2114191"/>
                </a:lnTo>
                <a:lnTo>
                  <a:pt x="1146048" y="2146173"/>
                </a:lnTo>
                <a:lnTo>
                  <a:pt x="1114230" y="2177294"/>
                </a:lnTo>
                <a:lnTo>
                  <a:pt x="1081575" y="2207537"/>
                </a:lnTo>
                <a:lnTo>
                  <a:pt x="1048100" y="2236881"/>
                </a:lnTo>
                <a:lnTo>
                  <a:pt x="1013824" y="2265308"/>
                </a:lnTo>
                <a:lnTo>
                  <a:pt x="978766" y="2292798"/>
                </a:lnTo>
                <a:lnTo>
                  <a:pt x="942946" y="2319333"/>
                </a:lnTo>
                <a:lnTo>
                  <a:pt x="906381" y="2344894"/>
                </a:lnTo>
                <a:lnTo>
                  <a:pt x="869091" y="2369461"/>
                </a:lnTo>
                <a:lnTo>
                  <a:pt x="831094" y="2393015"/>
                </a:lnTo>
                <a:lnTo>
                  <a:pt x="792410" y="2415538"/>
                </a:lnTo>
                <a:lnTo>
                  <a:pt x="753057" y="2437010"/>
                </a:lnTo>
                <a:lnTo>
                  <a:pt x="713054" y="2457412"/>
                </a:lnTo>
                <a:lnTo>
                  <a:pt x="672420" y="2476725"/>
                </a:lnTo>
                <a:lnTo>
                  <a:pt x="631174" y="2494930"/>
                </a:lnTo>
                <a:lnTo>
                  <a:pt x="589334" y="2512009"/>
                </a:lnTo>
                <a:lnTo>
                  <a:pt x="546920" y="2527941"/>
                </a:lnTo>
                <a:lnTo>
                  <a:pt x="503950" y="2542709"/>
                </a:lnTo>
                <a:lnTo>
                  <a:pt x="460444" y="2556292"/>
                </a:lnTo>
                <a:lnTo>
                  <a:pt x="416419" y="2568672"/>
                </a:lnTo>
                <a:lnTo>
                  <a:pt x="371896" y="2579829"/>
                </a:lnTo>
                <a:lnTo>
                  <a:pt x="326892" y="2589746"/>
                </a:lnTo>
                <a:lnTo>
                  <a:pt x="281426" y="2598402"/>
                </a:lnTo>
                <a:lnTo>
                  <a:pt x="235518" y="2605779"/>
                </a:lnTo>
                <a:lnTo>
                  <a:pt x="189187" y="2611857"/>
                </a:lnTo>
                <a:lnTo>
                  <a:pt x="142450" y="2616708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818376" y="4099559"/>
            <a:ext cx="1620520" cy="2616835"/>
          </a:xfrm>
          <a:custGeom>
            <a:avLst/>
            <a:gdLst/>
            <a:ahLst/>
            <a:cxnLst/>
            <a:rect l="l" t="t" r="r" b="b"/>
            <a:pathLst>
              <a:path w="1620520" h="2616834">
                <a:moveTo>
                  <a:pt x="1620012" y="2616708"/>
                </a:moveTo>
                <a:lnTo>
                  <a:pt x="1477780" y="2616708"/>
                </a:lnTo>
                <a:lnTo>
                  <a:pt x="1431106" y="2611857"/>
                </a:lnTo>
                <a:lnTo>
                  <a:pt x="1384831" y="2605778"/>
                </a:lnTo>
                <a:lnTo>
                  <a:pt x="1338975" y="2598402"/>
                </a:lnTo>
                <a:lnTo>
                  <a:pt x="1293557" y="2589746"/>
                </a:lnTo>
                <a:lnTo>
                  <a:pt x="1248595" y="2579829"/>
                </a:lnTo>
                <a:lnTo>
                  <a:pt x="1204109" y="2568672"/>
                </a:lnTo>
                <a:lnTo>
                  <a:pt x="1160118" y="2556292"/>
                </a:lnTo>
                <a:lnTo>
                  <a:pt x="1116641" y="2542708"/>
                </a:lnTo>
                <a:lnTo>
                  <a:pt x="1073696" y="2527941"/>
                </a:lnTo>
                <a:lnTo>
                  <a:pt x="1031303" y="2512009"/>
                </a:lnTo>
                <a:lnTo>
                  <a:pt x="989480" y="2494930"/>
                </a:lnTo>
                <a:lnTo>
                  <a:pt x="948248" y="2476725"/>
                </a:lnTo>
                <a:lnTo>
                  <a:pt x="907624" y="2457412"/>
                </a:lnTo>
                <a:lnTo>
                  <a:pt x="867628" y="2437010"/>
                </a:lnTo>
                <a:lnTo>
                  <a:pt x="828278" y="2415538"/>
                </a:lnTo>
                <a:lnTo>
                  <a:pt x="789594" y="2393015"/>
                </a:lnTo>
                <a:lnTo>
                  <a:pt x="751595" y="2369461"/>
                </a:lnTo>
                <a:lnTo>
                  <a:pt x="714300" y="2344894"/>
                </a:lnTo>
                <a:lnTo>
                  <a:pt x="677728" y="2319333"/>
                </a:lnTo>
                <a:lnTo>
                  <a:pt x="641897" y="2292798"/>
                </a:lnTo>
                <a:lnTo>
                  <a:pt x="606827" y="2265308"/>
                </a:lnTo>
                <a:lnTo>
                  <a:pt x="572537" y="2236881"/>
                </a:lnTo>
                <a:lnTo>
                  <a:pt x="539045" y="2207537"/>
                </a:lnTo>
                <a:lnTo>
                  <a:pt x="506372" y="2177294"/>
                </a:lnTo>
                <a:lnTo>
                  <a:pt x="474535" y="2146173"/>
                </a:lnTo>
                <a:lnTo>
                  <a:pt x="443554" y="2114191"/>
                </a:lnTo>
                <a:lnTo>
                  <a:pt x="413448" y="2081368"/>
                </a:lnTo>
                <a:lnTo>
                  <a:pt x="384235" y="2047723"/>
                </a:lnTo>
                <a:lnTo>
                  <a:pt x="355936" y="2013275"/>
                </a:lnTo>
                <a:lnTo>
                  <a:pt x="328568" y="1978043"/>
                </a:lnTo>
                <a:lnTo>
                  <a:pt x="302151" y="1942046"/>
                </a:lnTo>
                <a:lnTo>
                  <a:pt x="276704" y="1905303"/>
                </a:lnTo>
                <a:lnTo>
                  <a:pt x="252245" y="1867834"/>
                </a:lnTo>
                <a:lnTo>
                  <a:pt x="228795" y="1829657"/>
                </a:lnTo>
                <a:lnTo>
                  <a:pt x="206371" y="1790791"/>
                </a:lnTo>
                <a:lnTo>
                  <a:pt x="184993" y="1751255"/>
                </a:lnTo>
                <a:lnTo>
                  <a:pt x="164680" y="1711069"/>
                </a:lnTo>
                <a:lnTo>
                  <a:pt x="145451" y="1670252"/>
                </a:lnTo>
                <a:lnTo>
                  <a:pt x="127325" y="1628822"/>
                </a:lnTo>
                <a:lnTo>
                  <a:pt x="110321" y="1586799"/>
                </a:lnTo>
                <a:lnTo>
                  <a:pt x="94457" y="1544201"/>
                </a:lnTo>
                <a:lnTo>
                  <a:pt x="79753" y="1501049"/>
                </a:lnTo>
                <a:lnTo>
                  <a:pt x="66228" y="1457360"/>
                </a:lnTo>
                <a:lnTo>
                  <a:pt x="53902" y="1413154"/>
                </a:lnTo>
                <a:lnTo>
                  <a:pt x="42791" y="1368449"/>
                </a:lnTo>
                <a:lnTo>
                  <a:pt x="32917" y="1323266"/>
                </a:lnTo>
                <a:lnTo>
                  <a:pt x="24298" y="1277623"/>
                </a:lnTo>
                <a:lnTo>
                  <a:pt x="16953" y="1231539"/>
                </a:lnTo>
                <a:lnTo>
                  <a:pt x="10900" y="1185033"/>
                </a:lnTo>
                <a:lnTo>
                  <a:pt x="6160" y="1138124"/>
                </a:lnTo>
                <a:lnTo>
                  <a:pt x="2750" y="1090832"/>
                </a:lnTo>
                <a:lnTo>
                  <a:pt x="690" y="1043174"/>
                </a:lnTo>
                <a:lnTo>
                  <a:pt x="0" y="995172"/>
                </a:lnTo>
                <a:lnTo>
                  <a:pt x="0" y="0"/>
                </a:lnTo>
                <a:lnTo>
                  <a:pt x="166116" y="7620"/>
                </a:lnTo>
                <a:lnTo>
                  <a:pt x="213955" y="13250"/>
                </a:lnTo>
                <a:lnTo>
                  <a:pt x="261360" y="20265"/>
                </a:lnTo>
                <a:lnTo>
                  <a:pt x="308308" y="28646"/>
                </a:lnTo>
                <a:lnTo>
                  <a:pt x="354780" y="38370"/>
                </a:lnTo>
                <a:lnTo>
                  <a:pt x="400753" y="49417"/>
                </a:lnTo>
                <a:lnTo>
                  <a:pt x="446209" y="61766"/>
                </a:lnTo>
                <a:lnTo>
                  <a:pt x="491126" y="75396"/>
                </a:lnTo>
                <a:lnTo>
                  <a:pt x="535483" y="90287"/>
                </a:lnTo>
                <a:lnTo>
                  <a:pt x="579259" y="106418"/>
                </a:lnTo>
                <a:lnTo>
                  <a:pt x="622435" y="123767"/>
                </a:lnTo>
                <a:lnTo>
                  <a:pt x="664989" y="142315"/>
                </a:lnTo>
                <a:lnTo>
                  <a:pt x="706901" y="162040"/>
                </a:lnTo>
                <a:lnTo>
                  <a:pt x="748150" y="182921"/>
                </a:lnTo>
                <a:lnTo>
                  <a:pt x="788715" y="204938"/>
                </a:lnTo>
                <a:lnTo>
                  <a:pt x="828576" y="228069"/>
                </a:lnTo>
                <a:lnTo>
                  <a:pt x="867712" y="252295"/>
                </a:lnTo>
                <a:lnTo>
                  <a:pt x="906102" y="277593"/>
                </a:lnTo>
                <a:lnTo>
                  <a:pt x="943726" y="303944"/>
                </a:lnTo>
                <a:lnTo>
                  <a:pt x="980563" y="331327"/>
                </a:lnTo>
                <a:lnTo>
                  <a:pt x="1016591" y="359720"/>
                </a:lnTo>
                <a:lnTo>
                  <a:pt x="1051792" y="389103"/>
                </a:lnTo>
                <a:lnTo>
                  <a:pt x="1086143" y="419455"/>
                </a:lnTo>
                <a:lnTo>
                  <a:pt x="1119625" y="450756"/>
                </a:lnTo>
                <a:lnTo>
                  <a:pt x="1152216" y="482983"/>
                </a:lnTo>
                <a:lnTo>
                  <a:pt x="1183896" y="516118"/>
                </a:lnTo>
                <a:lnTo>
                  <a:pt x="1214644" y="550138"/>
                </a:lnTo>
                <a:lnTo>
                  <a:pt x="1244439" y="585023"/>
                </a:lnTo>
                <a:lnTo>
                  <a:pt x="1273262" y="620753"/>
                </a:lnTo>
                <a:lnTo>
                  <a:pt x="1301090" y="657305"/>
                </a:lnTo>
                <a:lnTo>
                  <a:pt x="1327904" y="694660"/>
                </a:lnTo>
                <a:lnTo>
                  <a:pt x="1353683" y="732797"/>
                </a:lnTo>
                <a:lnTo>
                  <a:pt x="1378406" y="771695"/>
                </a:lnTo>
                <a:lnTo>
                  <a:pt x="1402052" y="811333"/>
                </a:lnTo>
                <a:lnTo>
                  <a:pt x="1424601" y="851690"/>
                </a:lnTo>
                <a:lnTo>
                  <a:pt x="1446032" y="892745"/>
                </a:lnTo>
                <a:lnTo>
                  <a:pt x="1466324" y="934478"/>
                </a:lnTo>
                <a:lnTo>
                  <a:pt x="1485457" y="976868"/>
                </a:lnTo>
                <a:lnTo>
                  <a:pt x="1503410" y="1019894"/>
                </a:lnTo>
                <a:lnTo>
                  <a:pt x="1520163" y="1063535"/>
                </a:lnTo>
                <a:lnTo>
                  <a:pt x="1535694" y="1107770"/>
                </a:lnTo>
                <a:lnTo>
                  <a:pt x="1549983" y="1152579"/>
                </a:lnTo>
                <a:lnTo>
                  <a:pt x="1563009" y="1197941"/>
                </a:lnTo>
                <a:lnTo>
                  <a:pt x="1574752" y="1243834"/>
                </a:lnTo>
                <a:lnTo>
                  <a:pt x="1585191" y="1290239"/>
                </a:lnTo>
                <a:lnTo>
                  <a:pt x="1594305" y="1337134"/>
                </a:lnTo>
                <a:lnTo>
                  <a:pt x="1602074" y="1384498"/>
                </a:lnTo>
                <a:lnTo>
                  <a:pt x="1608476" y="1432311"/>
                </a:lnTo>
                <a:lnTo>
                  <a:pt x="1613492" y="1480551"/>
                </a:lnTo>
                <a:lnTo>
                  <a:pt x="1617100" y="1529199"/>
                </a:lnTo>
                <a:lnTo>
                  <a:pt x="1619280" y="1578233"/>
                </a:lnTo>
                <a:lnTo>
                  <a:pt x="1620012" y="1627632"/>
                </a:lnTo>
                <a:lnTo>
                  <a:pt x="1620012" y="2616708"/>
                </a:lnTo>
                <a:close/>
              </a:path>
            </a:pathLst>
          </a:custGeom>
          <a:solidFill>
            <a:srgbClr val="4454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1057655"/>
            <a:ext cx="963294" cy="963294"/>
          </a:xfrm>
          <a:custGeom>
            <a:avLst/>
            <a:gdLst/>
            <a:ahLst/>
            <a:cxnLst/>
            <a:rect l="l" t="t" r="r" b="b"/>
            <a:pathLst>
              <a:path w="963294" h="963294">
                <a:moveTo>
                  <a:pt x="0" y="963168"/>
                </a:moveTo>
                <a:lnTo>
                  <a:pt x="0" y="0"/>
                </a:lnTo>
                <a:lnTo>
                  <a:pt x="963168" y="0"/>
                </a:lnTo>
                <a:lnTo>
                  <a:pt x="961993" y="48196"/>
                </a:lnTo>
                <a:lnTo>
                  <a:pt x="958504" y="95767"/>
                </a:lnTo>
                <a:lnTo>
                  <a:pt x="952757" y="142658"/>
                </a:lnTo>
                <a:lnTo>
                  <a:pt x="944805" y="188815"/>
                </a:lnTo>
                <a:lnTo>
                  <a:pt x="934704" y="234182"/>
                </a:lnTo>
                <a:lnTo>
                  <a:pt x="922506" y="278707"/>
                </a:lnTo>
                <a:lnTo>
                  <a:pt x="908268" y="322334"/>
                </a:lnTo>
                <a:lnTo>
                  <a:pt x="892042" y="365009"/>
                </a:lnTo>
                <a:lnTo>
                  <a:pt x="873885" y="406677"/>
                </a:lnTo>
                <a:lnTo>
                  <a:pt x="853849" y="447285"/>
                </a:lnTo>
                <a:lnTo>
                  <a:pt x="831991" y="486776"/>
                </a:lnTo>
                <a:lnTo>
                  <a:pt x="808363" y="525098"/>
                </a:lnTo>
                <a:lnTo>
                  <a:pt x="783021" y="562196"/>
                </a:lnTo>
                <a:lnTo>
                  <a:pt x="756019" y="598014"/>
                </a:lnTo>
                <a:lnTo>
                  <a:pt x="727411" y="632500"/>
                </a:lnTo>
                <a:lnTo>
                  <a:pt x="697253" y="665597"/>
                </a:lnTo>
                <a:lnTo>
                  <a:pt x="665597" y="697252"/>
                </a:lnTo>
                <a:lnTo>
                  <a:pt x="632500" y="727411"/>
                </a:lnTo>
                <a:lnTo>
                  <a:pt x="598014" y="756019"/>
                </a:lnTo>
                <a:lnTo>
                  <a:pt x="562196" y="783021"/>
                </a:lnTo>
                <a:lnTo>
                  <a:pt x="525098" y="808363"/>
                </a:lnTo>
                <a:lnTo>
                  <a:pt x="486776" y="831991"/>
                </a:lnTo>
                <a:lnTo>
                  <a:pt x="447285" y="853849"/>
                </a:lnTo>
                <a:lnTo>
                  <a:pt x="406677" y="873885"/>
                </a:lnTo>
                <a:lnTo>
                  <a:pt x="365009" y="892042"/>
                </a:lnTo>
                <a:lnTo>
                  <a:pt x="322334" y="908268"/>
                </a:lnTo>
                <a:lnTo>
                  <a:pt x="278707" y="922506"/>
                </a:lnTo>
                <a:lnTo>
                  <a:pt x="234182" y="934704"/>
                </a:lnTo>
                <a:lnTo>
                  <a:pt x="188815" y="944805"/>
                </a:lnTo>
                <a:lnTo>
                  <a:pt x="142658" y="952757"/>
                </a:lnTo>
                <a:lnTo>
                  <a:pt x="95767" y="958504"/>
                </a:lnTo>
                <a:lnTo>
                  <a:pt x="48196" y="961993"/>
                </a:lnTo>
                <a:lnTo>
                  <a:pt x="0" y="963168"/>
                </a:lnTo>
                <a:close/>
              </a:path>
            </a:pathLst>
          </a:custGeom>
          <a:solidFill>
            <a:srgbClr val="6270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438388" y="1057655"/>
            <a:ext cx="1620520" cy="2623185"/>
          </a:xfrm>
          <a:custGeom>
            <a:avLst/>
            <a:gdLst/>
            <a:ahLst/>
            <a:cxnLst/>
            <a:rect l="l" t="t" r="r" b="b"/>
            <a:pathLst>
              <a:path w="1620520" h="2623185">
                <a:moveTo>
                  <a:pt x="1620012" y="2622803"/>
                </a:moveTo>
                <a:lnTo>
                  <a:pt x="1455420" y="2615184"/>
                </a:lnTo>
                <a:lnTo>
                  <a:pt x="1407578" y="2609550"/>
                </a:lnTo>
                <a:lnTo>
                  <a:pt x="1360168" y="2602524"/>
                </a:lnTo>
                <a:lnTo>
                  <a:pt x="1313212" y="2594126"/>
                </a:lnTo>
                <a:lnTo>
                  <a:pt x="1266729" y="2584379"/>
                </a:lnTo>
                <a:lnTo>
                  <a:pt x="1220741" y="2573301"/>
                </a:lnTo>
                <a:lnTo>
                  <a:pt x="1175268" y="2560916"/>
                </a:lnTo>
                <a:lnTo>
                  <a:pt x="1130331" y="2547243"/>
                </a:lnTo>
                <a:lnTo>
                  <a:pt x="1085952" y="2532303"/>
                </a:lnTo>
                <a:lnTo>
                  <a:pt x="1042150" y="2516117"/>
                </a:lnTo>
                <a:lnTo>
                  <a:pt x="998947" y="2498707"/>
                </a:lnTo>
                <a:lnTo>
                  <a:pt x="956364" y="2480094"/>
                </a:lnTo>
                <a:lnTo>
                  <a:pt x="914420" y="2460297"/>
                </a:lnTo>
                <a:lnTo>
                  <a:pt x="873138" y="2439339"/>
                </a:lnTo>
                <a:lnTo>
                  <a:pt x="832538" y="2417240"/>
                </a:lnTo>
                <a:lnTo>
                  <a:pt x="792641" y="2394021"/>
                </a:lnTo>
                <a:lnTo>
                  <a:pt x="753467" y="2369703"/>
                </a:lnTo>
                <a:lnTo>
                  <a:pt x="715038" y="2344307"/>
                </a:lnTo>
                <a:lnTo>
                  <a:pt x="677374" y="2317854"/>
                </a:lnTo>
                <a:lnTo>
                  <a:pt x="640496" y="2290365"/>
                </a:lnTo>
                <a:lnTo>
                  <a:pt x="604424" y="2261861"/>
                </a:lnTo>
                <a:lnTo>
                  <a:pt x="569181" y="2232362"/>
                </a:lnTo>
                <a:lnTo>
                  <a:pt x="534786" y="2201891"/>
                </a:lnTo>
                <a:lnTo>
                  <a:pt x="501260" y="2170467"/>
                </a:lnTo>
                <a:lnTo>
                  <a:pt x="468624" y="2138112"/>
                </a:lnTo>
                <a:lnTo>
                  <a:pt x="436900" y="2104847"/>
                </a:lnTo>
                <a:lnTo>
                  <a:pt x="406107" y="2070692"/>
                </a:lnTo>
                <a:lnTo>
                  <a:pt x="376267" y="2035669"/>
                </a:lnTo>
                <a:lnTo>
                  <a:pt x="347400" y="1999799"/>
                </a:lnTo>
                <a:lnTo>
                  <a:pt x="319527" y="1963102"/>
                </a:lnTo>
                <a:lnTo>
                  <a:pt x="292669" y="1925599"/>
                </a:lnTo>
                <a:lnTo>
                  <a:pt x="266847" y="1887312"/>
                </a:lnTo>
                <a:lnTo>
                  <a:pt x="242082" y="1848261"/>
                </a:lnTo>
                <a:lnTo>
                  <a:pt x="218395" y="1808468"/>
                </a:lnTo>
                <a:lnTo>
                  <a:pt x="195805" y="1767952"/>
                </a:lnTo>
                <a:lnTo>
                  <a:pt x="174335" y="1726736"/>
                </a:lnTo>
                <a:lnTo>
                  <a:pt x="154005" y="1684841"/>
                </a:lnTo>
                <a:lnTo>
                  <a:pt x="134835" y="1642286"/>
                </a:lnTo>
                <a:lnTo>
                  <a:pt x="116847" y="1599093"/>
                </a:lnTo>
                <a:lnTo>
                  <a:pt x="100062" y="1555284"/>
                </a:lnTo>
                <a:lnTo>
                  <a:pt x="84499" y="1510878"/>
                </a:lnTo>
                <a:lnTo>
                  <a:pt x="70181" y="1465898"/>
                </a:lnTo>
                <a:lnTo>
                  <a:pt x="57128" y="1420363"/>
                </a:lnTo>
                <a:lnTo>
                  <a:pt x="45360" y="1374295"/>
                </a:lnTo>
                <a:lnTo>
                  <a:pt x="34899" y="1327715"/>
                </a:lnTo>
                <a:lnTo>
                  <a:pt x="25765" y="1280644"/>
                </a:lnTo>
                <a:lnTo>
                  <a:pt x="17979" y="1233103"/>
                </a:lnTo>
                <a:lnTo>
                  <a:pt x="11562" y="1185112"/>
                </a:lnTo>
                <a:lnTo>
                  <a:pt x="6534" y="1136693"/>
                </a:lnTo>
                <a:lnTo>
                  <a:pt x="2918" y="1087867"/>
                </a:lnTo>
                <a:lnTo>
                  <a:pt x="733" y="1038654"/>
                </a:lnTo>
                <a:lnTo>
                  <a:pt x="0" y="989075"/>
                </a:lnTo>
                <a:lnTo>
                  <a:pt x="0" y="0"/>
                </a:lnTo>
                <a:lnTo>
                  <a:pt x="1620012" y="0"/>
                </a:lnTo>
                <a:lnTo>
                  <a:pt x="1620012" y="2622803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 u="sng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80503" y="1057655"/>
            <a:ext cx="2978150" cy="2979420"/>
          </a:xfrm>
          <a:custGeom>
            <a:avLst/>
            <a:gdLst/>
            <a:ahLst/>
            <a:cxnLst/>
            <a:rect l="l" t="t" r="r" b="b"/>
            <a:pathLst>
              <a:path w="2978150" h="2979420">
                <a:moveTo>
                  <a:pt x="2977896" y="2979419"/>
                </a:moveTo>
                <a:lnTo>
                  <a:pt x="2977512" y="2931145"/>
                </a:lnTo>
                <a:lnTo>
                  <a:pt x="2976365" y="2883055"/>
                </a:lnTo>
                <a:lnTo>
                  <a:pt x="2974461" y="2835155"/>
                </a:lnTo>
                <a:lnTo>
                  <a:pt x="2971805" y="2787450"/>
                </a:lnTo>
                <a:lnTo>
                  <a:pt x="2968403" y="2739948"/>
                </a:lnTo>
                <a:lnTo>
                  <a:pt x="2964261" y="2692652"/>
                </a:lnTo>
                <a:lnTo>
                  <a:pt x="2959385" y="2645570"/>
                </a:lnTo>
                <a:lnTo>
                  <a:pt x="2953780" y="2598707"/>
                </a:lnTo>
                <a:lnTo>
                  <a:pt x="2947452" y="2552069"/>
                </a:lnTo>
                <a:lnTo>
                  <a:pt x="2940408" y="2505661"/>
                </a:lnTo>
                <a:lnTo>
                  <a:pt x="2932652" y="2459490"/>
                </a:lnTo>
                <a:lnTo>
                  <a:pt x="2924191" y="2413560"/>
                </a:lnTo>
                <a:lnTo>
                  <a:pt x="2915030" y="2367879"/>
                </a:lnTo>
                <a:lnTo>
                  <a:pt x="2905175" y="2322452"/>
                </a:lnTo>
                <a:lnTo>
                  <a:pt x="2894632" y="2277284"/>
                </a:lnTo>
                <a:lnTo>
                  <a:pt x="2883407" y="2232382"/>
                </a:lnTo>
                <a:lnTo>
                  <a:pt x="2871505" y="2187751"/>
                </a:lnTo>
                <a:lnTo>
                  <a:pt x="2858932" y="2143397"/>
                </a:lnTo>
                <a:lnTo>
                  <a:pt x="2845695" y="2099325"/>
                </a:lnTo>
                <a:lnTo>
                  <a:pt x="2831798" y="2055543"/>
                </a:lnTo>
                <a:lnTo>
                  <a:pt x="2817248" y="2012054"/>
                </a:lnTo>
                <a:lnTo>
                  <a:pt x="2802051" y="1968866"/>
                </a:lnTo>
                <a:lnTo>
                  <a:pt x="2786211" y="1925984"/>
                </a:lnTo>
                <a:lnTo>
                  <a:pt x="2769736" y="1883414"/>
                </a:lnTo>
                <a:lnTo>
                  <a:pt x="2752630" y="1841161"/>
                </a:lnTo>
                <a:lnTo>
                  <a:pt x="2734900" y="1799232"/>
                </a:lnTo>
                <a:lnTo>
                  <a:pt x="2716551" y="1757631"/>
                </a:lnTo>
                <a:lnTo>
                  <a:pt x="2697589" y="1716366"/>
                </a:lnTo>
                <a:lnTo>
                  <a:pt x="2678020" y="1675442"/>
                </a:lnTo>
                <a:lnTo>
                  <a:pt x="2657849" y="1634864"/>
                </a:lnTo>
                <a:lnTo>
                  <a:pt x="2637083" y="1594639"/>
                </a:lnTo>
                <a:lnTo>
                  <a:pt x="2615728" y="1554771"/>
                </a:lnTo>
                <a:lnTo>
                  <a:pt x="2593788" y="1515268"/>
                </a:lnTo>
                <a:lnTo>
                  <a:pt x="2571270" y="1476135"/>
                </a:lnTo>
                <a:lnTo>
                  <a:pt x="2548179" y="1437377"/>
                </a:lnTo>
                <a:lnTo>
                  <a:pt x="2524522" y="1399000"/>
                </a:lnTo>
                <a:lnTo>
                  <a:pt x="2500304" y="1361011"/>
                </a:lnTo>
                <a:lnTo>
                  <a:pt x="2475531" y="1323414"/>
                </a:lnTo>
                <a:lnTo>
                  <a:pt x="2450209" y="1286217"/>
                </a:lnTo>
                <a:lnTo>
                  <a:pt x="2424343" y="1249424"/>
                </a:lnTo>
                <a:lnTo>
                  <a:pt x="2397939" y="1213041"/>
                </a:lnTo>
                <a:lnTo>
                  <a:pt x="2371003" y="1177075"/>
                </a:lnTo>
                <a:lnTo>
                  <a:pt x="2343541" y="1141530"/>
                </a:lnTo>
                <a:lnTo>
                  <a:pt x="2315559" y="1106413"/>
                </a:lnTo>
                <a:lnTo>
                  <a:pt x="2287062" y="1071730"/>
                </a:lnTo>
                <a:lnTo>
                  <a:pt x="2258056" y="1037486"/>
                </a:lnTo>
                <a:lnTo>
                  <a:pt x="2228547" y="1003688"/>
                </a:lnTo>
                <a:lnTo>
                  <a:pt x="2198541" y="970340"/>
                </a:lnTo>
                <a:lnTo>
                  <a:pt x="2168043" y="937449"/>
                </a:lnTo>
                <a:lnTo>
                  <a:pt x="2137060" y="905021"/>
                </a:lnTo>
                <a:lnTo>
                  <a:pt x="2105596" y="873061"/>
                </a:lnTo>
                <a:lnTo>
                  <a:pt x="2073659" y="841575"/>
                </a:lnTo>
                <a:lnTo>
                  <a:pt x="2041253" y="810569"/>
                </a:lnTo>
                <a:lnTo>
                  <a:pt x="2008384" y="780049"/>
                </a:lnTo>
                <a:lnTo>
                  <a:pt x="1975059" y="750021"/>
                </a:lnTo>
                <a:lnTo>
                  <a:pt x="1941282" y="720490"/>
                </a:lnTo>
                <a:lnTo>
                  <a:pt x="1907061" y="691462"/>
                </a:lnTo>
                <a:lnTo>
                  <a:pt x="1872400" y="662943"/>
                </a:lnTo>
                <a:lnTo>
                  <a:pt x="1837305" y="634938"/>
                </a:lnTo>
                <a:lnTo>
                  <a:pt x="1801782" y="607454"/>
                </a:lnTo>
                <a:lnTo>
                  <a:pt x="1765837" y="580497"/>
                </a:lnTo>
                <a:lnTo>
                  <a:pt x="1729476" y="554072"/>
                </a:lnTo>
                <a:lnTo>
                  <a:pt x="1692704" y="528185"/>
                </a:lnTo>
                <a:lnTo>
                  <a:pt x="1655528" y="502841"/>
                </a:lnTo>
                <a:lnTo>
                  <a:pt x="1617952" y="478047"/>
                </a:lnTo>
                <a:lnTo>
                  <a:pt x="1579983" y="453808"/>
                </a:lnTo>
                <a:lnTo>
                  <a:pt x="1541627" y="430131"/>
                </a:lnTo>
                <a:lnTo>
                  <a:pt x="1502889" y="407020"/>
                </a:lnTo>
                <a:lnTo>
                  <a:pt x="1463776" y="384483"/>
                </a:lnTo>
                <a:lnTo>
                  <a:pt x="1424292" y="362523"/>
                </a:lnTo>
                <a:lnTo>
                  <a:pt x="1384444" y="341148"/>
                </a:lnTo>
                <a:lnTo>
                  <a:pt x="1344237" y="320364"/>
                </a:lnTo>
                <a:lnTo>
                  <a:pt x="1303678" y="300175"/>
                </a:lnTo>
                <a:lnTo>
                  <a:pt x="1262771" y="280588"/>
                </a:lnTo>
                <a:lnTo>
                  <a:pt x="1221524" y="261608"/>
                </a:lnTo>
                <a:lnTo>
                  <a:pt x="1179941" y="243242"/>
                </a:lnTo>
                <a:lnTo>
                  <a:pt x="1138028" y="225495"/>
                </a:lnTo>
                <a:lnTo>
                  <a:pt x="1095792" y="208373"/>
                </a:lnTo>
                <a:lnTo>
                  <a:pt x="1053237" y="191881"/>
                </a:lnTo>
                <a:lnTo>
                  <a:pt x="1010371" y="176026"/>
                </a:lnTo>
                <a:lnTo>
                  <a:pt x="967197" y="160814"/>
                </a:lnTo>
                <a:lnTo>
                  <a:pt x="923724" y="146250"/>
                </a:lnTo>
                <a:lnTo>
                  <a:pt x="879955" y="132339"/>
                </a:lnTo>
                <a:lnTo>
                  <a:pt x="835897" y="119088"/>
                </a:lnTo>
                <a:lnTo>
                  <a:pt x="791555" y="106503"/>
                </a:lnTo>
                <a:lnTo>
                  <a:pt x="746936" y="94589"/>
                </a:lnTo>
                <a:lnTo>
                  <a:pt x="702046" y="83352"/>
                </a:lnTo>
                <a:lnTo>
                  <a:pt x="656889" y="72799"/>
                </a:lnTo>
                <a:lnTo>
                  <a:pt x="611472" y="62934"/>
                </a:lnTo>
                <a:lnTo>
                  <a:pt x="565800" y="53763"/>
                </a:lnTo>
                <a:lnTo>
                  <a:pt x="519880" y="45293"/>
                </a:lnTo>
                <a:lnTo>
                  <a:pt x="473717" y="37529"/>
                </a:lnTo>
                <a:lnTo>
                  <a:pt x="427317" y="30476"/>
                </a:lnTo>
                <a:lnTo>
                  <a:pt x="380685" y="24142"/>
                </a:lnTo>
                <a:lnTo>
                  <a:pt x="333828" y="18531"/>
                </a:lnTo>
                <a:lnTo>
                  <a:pt x="286752" y="13649"/>
                </a:lnTo>
                <a:lnTo>
                  <a:pt x="239461" y="9503"/>
                </a:lnTo>
                <a:lnTo>
                  <a:pt x="191962" y="6097"/>
                </a:lnTo>
                <a:lnTo>
                  <a:pt x="144260" y="3438"/>
                </a:lnTo>
                <a:lnTo>
                  <a:pt x="96362" y="1532"/>
                </a:lnTo>
                <a:lnTo>
                  <a:pt x="48273" y="383"/>
                </a:lnTo>
                <a:lnTo>
                  <a:pt x="0" y="0"/>
                </a:lnTo>
                <a:lnTo>
                  <a:pt x="2977896" y="0"/>
                </a:lnTo>
                <a:lnTo>
                  <a:pt x="2977896" y="2979419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-1524" y="3736860"/>
            <a:ext cx="3434079" cy="2979420"/>
          </a:xfrm>
          <a:custGeom>
            <a:avLst/>
            <a:gdLst/>
            <a:ahLst/>
            <a:cxnLst/>
            <a:rect l="l" t="t" r="r" b="b"/>
            <a:pathLst>
              <a:path w="3434079" h="2979420">
                <a:moveTo>
                  <a:pt x="3433572" y="1933943"/>
                </a:moveTo>
                <a:lnTo>
                  <a:pt x="3368040" y="1936991"/>
                </a:lnTo>
                <a:lnTo>
                  <a:pt x="3321748" y="1943417"/>
                </a:lnTo>
                <a:lnTo>
                  <a:pt x="3276562" y="1953018"/>
                </a:lnTo>
                <a:lnTo>
                  <a:pt x="3232620" y="1965667"/>
                </a:lnTo>
                <a:lnTo>
                  <a:pt x="3190011" y="1981276"/>
                </a:lnTo>
                <a:lnTo>
                  <a:pt x="3148876" y="1999703"/>
                </a:lnTo>
                <a:lnTo>
                  <a:pt x="3109328" y="2020849"/>
                </a:lnTo>
                <a:lnTo>
                  <a:pt x="3071469" y="2044585"/>
                </a:lnTo>
                <a:lnTo>
                  <a:pt x="3035439" y="2070785"/>
                </a:lnTo>
                <a:lnTo>
                  <a:pt x="3001340" y="2099348"/>
                </a:lnTo>
                <a:lnTo>
                  <a:pt x="2969298" y="2130158"/>
                </a:lnTo>
                <a:lnTo>
                  <a:pt x="2939415" y="2163076"/>
                </a:lnTo>
                <a:lnTo>
                  <a:pt x="2911830" y="2198001"/>
                </a:lnTo>
                <a:lnTo>
                  <a:pt x="2886646" y="2234819"/>
                </a:lnTo>
                <a:lnTo>
                  <a:pt x="2863989" y="2273401"/>
                </a:lnTo>
                <a:lnTo>
                  <a:pt x="2843961" y="2313648"/>
                </a:lnTo>
                <a:lnTo>
                  <a:pt x="2826702" y="2355418"/>
                </a:lnTo>
                <a:lnTo>
                  <a:pt x="2812313" y="2398598"/>
                </a:lnTo>
                <a:lnTo>
                  <a:pt x="2800921" y="2443086"/>
                </a:lnTo>
                <a:lnTo>
                  <a:pt x="2792628" y="2488755"/>
                </a:lnTo>
                <a:lnTo>
                  <a:pt x="2787573" y="2535491"/>
                </a:lnTo>
                <a:lnTo>
                  <a:pt x="2785872" y="2583167"/>
                </a:lnTo>
                <a:lnTo>
                  <a:pt x="2785872" y="2973235"/>
                </a:lnTo>
                <a:lnTo>
                  <a:pt x="2739733" y="2969920"/>
                </a:lnTo>
                <a:lnTo>
                  <a:pt x="2692412" y="2965780"/>
                </a:lnTo>
                <a:lnTo>
                  <a:pt x="2645295" y="2960903"/>
                </a:lnTo>
                <a:lnTo>
                  <a:pt x="2598394" y="2955302"/>
                </a:lnTo>
                <a:lnTo>
                  <a:pt x="2551722" y="2948965"/>
                </a:lnTo>
                <a:lnTo>
                  <a:pt x="2505291" y="2941929"/>
                </a:lnTo>
                <a:lnTo>
                  <a:pt x="2459088" y="2934170"/>
                </a:lnTo>
                <a:lnTo>
                  <a:pt x="2413139" y="2925711"/>
                </a:lnTo>
                <a:lnTo>
                  <a:pt x="2367432" y="2916542"/>
                </a:lnTo>
                <a:lnTo>
                  <a:pt x="2321979" y="2906687"/>
                </a:lnTo>
                <a:lnTo>
                  <a:pt x="2276792" y="2896146"/>
                </a:lnTo>
                <a:lnTo>
                  <a:pt x="2231872" y="2884919"/>
                </a:lnTo>
                <a:lnTo>
                  <a:pt x="2187219" y="2873019"/>
                </a:lnTo>
                <a:lnTo>
                  <a:pt x="2142845" y="2860446"/>
                </a:lnTo>
                <a:lnTo>
                  <a:pt x="2098751" y="2847200"/>
                </a:lnTo>
                <a:lnTo>
                  <a:pt x="2054961" y="2833306"/>
                </a:lnTo>
                <a:lnTo>
                  <a:pt x="2011451" y="2818752"/>
                </a:lnTo>
                <a:lnTo>
                  <a:pt x="1968258" y="2803550"/>
                </a:lnTo>
                <a:lnTo>
                  <a:pt x="1925358" y="2787713"/>
                </a:lnTo>
                <a:lnTo>
                  <a:pt x="1882775" y="2771229"/>
                </a:lnTo>
                <a:lnTo>
                  <a:pt x="1840522" y="2754122"/>
                </a:lnTo>
                <a:lnTo>
                  <a:pt x="1798574" y="2736392"/>
                </a:lnTo>
                <a:lnTo>
                  <a:pt x="1756968" y="2718041"/>
                </a:lnTo>
                <a:lnTo>
                  <a:pt x="1715693" y="2699080"/>
                </a:lnTo>
                <a:lnTo>
                  <a:pt x="1674774" y="2679496"/>
                </a:lnTo>
                <a:lnTo>
                  <a:pt x="1634185" y="2659329"/>
                </a:lnTo>
                <a:lnTo>
                  <a:pt x="1593964" y="2638564"/>
                </a:lnTo>
                <a:lnTo>
                  <a:pt x="1554086" y="2617203"/>
                </a:lnTo>
                <a:lnTo>
                  <a:pt x="1514589" y="2595257"/>
                </a:lnTo>
                <a:lnTo>
                  <a:pt x="1475447" y="2572728"/>
                </a:lnTo>
                <a:lnTo>
                  <a:pt x="1436700" y="2549639"/>
                </a:lnTo>
                <a:lnTo>
                  <a:pt x="1398320" y="2525979"/>
                </a:lnTo>
                <a:lnTo>
                  <a:pt x="1360335" y="2501747"/>
                </a:lnTo>
                <a:lnTo>
                  <a:pt x="1322743" y="2476970"/>
                </a:lnTo>
                <a:lnTo>
                  <a:pt x="1285544" y="2451646"/>
                </a:lnTo>
                <a:lnTo>
                  <a:pt x="1248752" y="2425763"/>
                </a:lnTo>
                <a:lnTo>
                  <a:pt x="1212380" y="2399360"/>
                </a:lnTo>
                <a:lnTo>
                  <a:pt x="1176413" y="2372410"/>
                </a:lnTo>
                <a:lnTo>
                  <a:pt x="1140879" y="2344940"/>
                </a:lnTo>
                <a:lnTo>
                  <a:pt x="1105763" y="2316950"/>
                </a:lnTo>
                <a:lnTo>
                  <a:pt x="1071092" y="2288451"/>
                </a:lnTo>
                <a:lnTo>
                  <a:pt x="1036853" y="2259431"/>
                </a:lnTo>
                <a:lnTo>
                  <a:pt x="1003071" y="2229916"/>
                </a:lnTo>
                <a:lnTo>
                  <a:pt x="969733" y="2199894"/>
                </a:lnTo>
                <a:lnTo>
                  <a:pt x="936853" y="2169388"/>
                </a:lnTo>
                <a:lnTo>
                  <a:pt x="904430" y="2138400"/>
                </a:lnTo>
                <a:lnTo>
                  <a:pt x="872490" y="2106917"/>
                </a:lnTo>
                <a:lnTo>
                  <a:pt x="841006" y="2074976"/>
                </a:lnTo>
                <a:lnTo>
                  <a:pt x="810018" y="2042553"/>
                </a:lnTo>
                <a:lnTo>
                  <a:pt x="779513" y="2009673"/>
                </a:lnTo>
                <a:lnTo>
                  <a:pt x="749490" y="1976335"/>
                </a:lnTo>
                <a:lnTo>
                  <a:pt x="719975" y="1942553"/>
                </a:lnTo>
                <a:lnTo>
                  <a:pt x="690956" y="1908314"/>
                </a:lnTo>
                <a:lnTo>
                  <a:pt x="662457" y="1873643"/>
                </a:lnTo>
                <a:lnTo>
                  <a:pt x="634466" y="1838528"/>
                </a:lnTo>
                <a:lnTo>
                  <a:pt x="606996" y="1802993"/>
                </a:lnTo>
                <a:lnTo>
                  <a:pt x="580047" y="1767027"/>
                </a:lnTo>
                <a:lnTo>
                  <a:pt x="553643" y="1730654"/>
                </a:lnTo>
                <a:lnTo>
                  <a:pt x="527761" y="1693862"/>
                </a:lnTo>
                <a:lnTo>
                  <a:pt x="502437" y="1656664"/>
                </a:lnTo>
                <a:lnTo>
                  <a:pt x="477659" y="1619072"/>
                </a:lnTo>
                <a:lnTo>
                  <a:pt x="453428" y="1581086"/>
                </a:lnTo>
                <a:lnTo>
                  <a:pt x="429768" y="1542707"/>
                </a:lnTo>
                <a:lnTo>
                  <a:pt x="406679" y="1503959"/>
                </a:lnTo>
                <a:lnTo>
                  <a:pt x="384149" y="1464818"/>
                </a:lnTo>
                <a:lnTo>
                  <a:pt x="362204" y="1425321"/>
                </a:lnTo>
                <a:lnTo>
                  <a:pt x="340842" y="1385443"/>
                </a:lnTo>
                <a:lnTo>
                  <a:pt x="320078" y="1345222"/>
                </a:lnTo>
                <a:lnTo>
                  <a:pt x="299910" y="1304632"/>
                </a:lnTo>
                <a:lnTo>
                  <a:pt x="280327" y="1263713"/>
                </a:lnTo>
                <a:lnTo>
                  <a:pt x="261366" y="1222438"/>
                </a:lnTo>
                <a:lnTo>
                  <a:pt x="243014" y="1180833"/>
                </a:lnTo>
                <a:lnTo>
                  <a:pt x="225285" y="1138885"/>
                </a:lnTo>
                <a:lnTo>
                  <a:pt x="208178" y="1096632"/>
                </a:lnTo>
                <a:lnTo>
                  <a:pt x="191693" y="1054049"/>
                </a:lnTo>
                <a:lnTo>
                  <a:pt x="175856" y="1011148"/>
                </a:lnTo>
                <a:lnTo>
                  <a:pt x="160655" y="967955"/>
                </a:lnTo>
                <a:lnTo>
                  <a:pt x="146100" y="924445"/>
                </a:lnTo>
                <a:lnTo>
                  <a:pt x="132207" y="880656"/>
                </a:lnTo>
                <a:lnTo>
                  <a:pt x="118960" y="836561"/>
                </a:lnTo>
                <a:lnTo>
                  <a:pt x="106387" y="792187"/>
                </a:lnTo>
                <a:lnTo>
                  <a:pt x="94488" y="747534"/>
                </a:lnTo>
                <a:lnTo>
                  <a:pt x="83261" y="702614"/>
                </a:lnTo>
                <a:lnTo>
                  <a:pt x="72720" y="657428"/>
                </a:lnTo>
                <a:lnTo>
                  <a:pt x="62865" y="611974"/>
                </a:lnTo>
                <a:lnTo>
                  <a:pt x="53695" y="566267"/>
                </a:lnTo>
                <a:lnTo>
                  <a:pt x="45237" y="520319"/>
                </a:lnTo>
                <a:lnTo>
                  <a:pt x="37477" y="474116"/>
                </a:lnTo>
                <a:lnTo>
                  <a:pt x="30441" y="427685"/>
                </a:lnTo>
                <a:lnTo>
                  <a:pt x="24104" y="381012"/>
                </a:lnTo>
                <a:lnTo>
                  <a:pt x="18503" y="334111"/>
                </a:lnTo>
                <a:lnTo>
                  <a:pt x="13627" y="286994"/>
                </a:lnTo>
                <a:lnTo>
                  <a:pt x="9486" y="239674"/>
                </a:lnTo>
                <a:lnTo>
                  <a:pt x="6083" y="192125"/>
                </a:lnTo>
                <a:lnTo>
                  <a:pt x="3429" y="144386"/>
                </a:lnTo>
                <a:lnTo>
                  <a:pt x="1524" y="96443"/>
                </a:lnTo>
                <a:lnTo>
                  <a:pt x="393" y="48310"/>
                </a:lnTo>
                <a:lnTo>
                  <a:pt x="0" y="0"/>
                </a:lnTo>
                <a:lnTo>
                  <a:pt x="0" y="2979407"/>
                </a:lnTo>
                <a:lnTo>
                  <a:pt x="2785872" y="2979407"/>
                </a:lnTo>
                <a:lnTo>
                  <a:pt x="2979420" y="2979407"/>
                </a:lnTo>
                <a:lnTo>
                  <a:pt x="2931096" y="2979026"/>
                </a:lnTo>
                <a:lnTo>
                  <a:pt x="2882963" y="2977883"/>
                </a:lnTo>
                <a:lnTo>
                  <a:pt x="2845397" y="2976397"/>
                </a:lnTo>
                <a:lnTo>
                  <a:pt x="2881668" y="2972358"/>
                </a:lnTo>
                <a:lnTo>
                  <a:pt x="2927997" y="2963748"/>
                </a:lnTo>
                <a:lnTo>
                  <a:pt x="2973082" y="2951886"/>
                </a:lnTo>
                <a:lnTo>
                  <a:pt x="3016834" y="2936938"/>
                </a:lnTo>
                <a:lnTo>
                  <a:pt x="3059099" y="2919006"/>
                </a:lnTo>
                <a:lnTo>
                  <a:pt x="3099778" y="2898216"/>
                </a:lnTo>
                <a:lnTo>
                  <a:pt x="3138728" y="2874708"/>
                </a:lnTo>
                <a:lnTo>
                  <a:pt x="3175838" y="2848610"/>
                </a:lnTo>
                <a:lnTo>
                  <a:pt x="3210979" y="2820035"/>
                </a:lnTo>
                <a:lnTo>
                  <a:pt x="3244024" y="2789097"/>
                </a:lnTo>
                <a:lnTo>
                  <a:pt x="3274834" y="2755963"/>
                </a:lnTo>
                <a:lnTo>
                  <a:pt x="3303320" y="2720721"/>
                </a:lnTo>
                <a:lnTo>
                  <a:pt x="3329330" y="2683510"/>
                </a:lnTo>
                <a:lnTo>
                  <a:pt x="3352736" y="2644470"/>
                </a:lnTo>
                <a:lnTo>
                  <a:pt x="3373437" y="2603703"/>
                </a:lnTo>
                <a:lnTo>
                  <a:pt x="3391293" y="2561348"/>
                </a:lnTo>
                <a:lnTo>
                  <a:pt x="3406178" y="2517546"/>
                </a:lnTo>
                <a:lnTo>
                  <a:pt x="3417976" y="2472398"/>
                </a:lnTo>
                <a:lnTo>
                  <a:pt x="3426549" y="2426030"/>
                </a:lnTo>
                <a:lnTo>
                  <a:pt x="3431794" y="2378595"/>
                </a:lnTo>
                <a:lnTo>
                  <a:pt x="3433572" y="2330183"/>
                </a:lnTo>
                <a:lnTo>
                  <a:pt x="3433572" y="1933943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135124" y="5670803"/>
            <a:ext cx="649605" cy="1045844"/>
          </a:xfrm>
          <a:custGeom>
            <a:avLst/>
            <a:gdLst/>
            <a:ahLst/>
            <a:cxnLst/>
            <a:rect l="l" t="t" r="r" b="b"/>
            <a:pathLst>
              <a:path w="649605" h="1045845">
                <a:moveTo>
                  <a:pt x="649224" y="1045464"/>
                </a:moveTo>
                <a:lnTo>
                  <a:pt x="600823" y="1043680"/>
                </a:lnTo>
                <a:lnTo>
                  <a:pt x="553380" y="1038415"/>
                </a:lnTo>
                <a:lnTo>
                  <a:pt x="507020" y="1029793"/>
                </a:lnTo>
                <a:lnTo>
                  <a:pt x="461871" y="1017942"/>
                </a:lnTo>
                <a:lnTo>
                  <a:pt x="418058" y="1002987"/>
                </a:lnTo>
                <a:lnTo>
                  <a:pt x="375707" y="985055"/>
                </a:lnTo>
                <a:lnTo>
                  <a:pt x="334945" y="964272"/>
                </a:lnTo>
                <a:lnTo>
                  <a:pt x="295898" y="940764"/>
                </a:lnTo>
                <a:lnTo>
                  <a:pt x="258692" y="914658"/>
                </a:lnTo>
                <a:lnTo>
                  <a:pt x="223454" y="886079"/>
                </a:lnTo>
                <a:lnTo>
                  <a:pt x="190309" y="855154"/>
                </a:lnTo>
                <a:lnTo>
                  <a:pt x="159384" y="822009"/>
                </a:lnTo>
                <a:lnTo>
                  <a:pt x="130805" y="786771"/>
                </a:lnTo>
                <a:lnTo>
                  <a:pt x="104699" y="749565"/>
                </a:lnTo>
                <a:lnTo>
                  <a:pt x="81191" y="710518"/>
                </a:lnTo>
                <a:lnTo>
                  <a:pt x="60408" y="669756"/>
                </a:lnTo>
                <a:lnTo>
                  <a:pt x="42476" y="627405"/>
                </a:lnTo>
                <a:lnTo>
                  <a:pt x="27521" y="583592"/>
                </a:lnTo>
                <a:lnTo>
                  <a:pt x="15670" y="538443"/>
                </a:lnTo>
                <a:lnTo>
                  <a:pt x="7048" y="492083"/>
                </a:lnTo>
                <a:lnTo>
                  <a:pt x="1783" y="444640"/>
                </a:lnTo>
                <a:lnTo>
                  <a:pt x="0" y="396239"/>
                </a:lnTo>
                <a:lnTo>
                  <a:pt x="0" y="0"/>
                </a:lnTo>
                <a:lnTo>
                  <a:pt x="67056" y="3048"/>
                </a:lnTo>
                <a:lnTo>
                  <a:pt x="115427" y="9871"/>
                </a:lnTo>
                <a:lnTo>
                  <a:pt x="162607" y="20194"/>
                </a:lnTo>
                <a:lnTo>
                  <a:pt x="208457" y="33879"/>
                </a:lnTo>
                <a:lnTo>
                  <a:pt x="252837" y="50791"/>
                </a:lnTo>
                <a:lnTo>
                  <a:pt x="295608" y="70794"/>
                </a:lnTo>
                <a:lnTo>
                  <a:pt x="336630" y="93751"/>
                </a:lnTo>
                <a:lnTo>
                  <a:pt x="375763" y="119527"/>
                </a:lnTo>
                <a:lnTo>
                  <a:pt x="412869" y="147986"/>
                </a:lnTo>
                <a:lnTo>
                  <a:pt x="447808" y="178991"/>
                </a:lnTo>
                <a:lnTo>
                  <a:pt x="480441" y="212407"/>
                </a:lnTo>
                <a:lnTo>
                  <a:pt x="510627" y="248097"/>
                </a:lnTo>
                <a:lnTo>
                  <a:pt x="538228" y="285926"/>
                </a:lnTo>
                <a:lnTo>
                  <a:pt x="563103" y="325758"/>
                </a:lnTo>
                <a:lnTo>
                  <a:pt x="585115" y="367456"/>
                </a:lnTo>
                <a:lnTo>
                  <a:pt x="604123" y="410884"/>
                </a:lnTo>
                <a:lnTo>
                  <a:pt x="619987" y="455907"/>
                </a:lnTo>
                <a:lnTo>
                  <a:pt x="632569" y="502389"/>
                </a:lnTo>
                <a:lnTo>
                  <a:pt x="641729" y="550192"/>
                </a:lnTo>
                <a:lnTo>
                  <a:pt x="647327" y="599183"/>
                </a:lnTo>
                <a:lnTo>
                  <a:pt x="649224" y="649224"/>
                </a:lnTo>
                <a:lnTo>
                  <a:pt x="649224" y="1045464"/>
                </a:lnTo>
                <a:close/>
              </a:path>
            </a:pathLst>
          </a:custGeom>
          <a:solidFill>
            <a:srgbClr val="4454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2358" y="1646952"/>
            <a:ext cx="8553683" cy="617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 u="sng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8120" y="2474481"/>
            <a:ext cx="7819390" cy="2790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8376" y="1057655"/>
            <a:ext cx="3240405" cy="5659120"/>
            <a:chOff x="6818376" y="1057655"/>
            <a:chExt cx="3240405" cy="5659120"/>
          </a:xfrm>
        </p:grpSpPr>
        <p:sp>
          <p:nvSpPr>
            <p:cNvPr id="3" name="object 3"/>
            <p:cNvSpPr/>
            <p:nvPr/>
          </p:nvSpPr>
          <p:spPr>
            <a:xfrm>
              <a:off x="6818376" y="1057655"/>
              <a:ext cx="3240405" cy="5659120"/>
            </a:xfrm>
            <a:custGeom>
              <a:avLst/>
              <a:gdLst/>
              <a:ahLst/>
              <a:cxnLst/>
              <a:rect l="l" t="t" r="r" b="b"/>
              <a:pathLst>
                <a:path w="3240404" h="5659120">
                  <a:moveTo>
                    <a:pt x="3240023" y="5658611"/>
                  </a:moveTo>
                  <a:lnTo>
                    <a:pt x="0" y="5658611"/>
                  </a:lnTo>
                  <a:lnTo>
                    <a:pt x="0" y="0"/>
                  </a:lnTo>
                  <a:lnTo>
                    <a:pt x="3240023" y="0"/>
                  </a:lnTo>
                  <a:lnTo>
                    <a:pt x="3240023" y="5658611"/>
                  </a:lnTo>
                  <a:close/>
                </a:path>
              </a:pathLst>
            </a:custGeom>
            <a:solidFill>
              <a:srgbClr val="DAE4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438388" y="4099559"/>
              <a:ext cx="1620520" cy="2616835"/>
            </a:xfrm>
            <a:custGeom>
              <a:avLst/>
              <a:gdLst/>
              <a:ahLst/>
              <a:cxnLst/>
              <a:rect l="l" t="t" r="r" b="b"/>
              <a:pathLst>
                <a:path w="1620520" h="2616834">
                  <a:moveTo>
                    <a:pt x="142450" y="2616708"/>
                  </a:moveTo>
                  <a:lnTo>
                    <a:pt x="0" y="2616708"/>
                  </a:lnTo>
                  <a:lnTo>
                    <a:pt x="0" y="1627632"/>
                  </a:lnTo>
                  <a:lnTo>
                    <a:pt x="733" y="1578233"/>
                  </a:lnTo>
                  <a:lnTo>
                    <a:pt x="2918" y="1529199"/>
                  </a:lnTo>
                  <a:lnTo>
                    <a:pt x="6534" y="1480551"/>
                  </a:lnTo>
                  <a:lnTo>
                    <a:pt x="11562" y="1432311"/>
                  </a:lnTo>
                  <a:lnTo>
                    <a:pt x="17979" y="1384498"/>
                  </a:lnTo>
                  <a:lnTo>
                    <a:pt x="25765" y="1337134"/>
                  </a:lnTo>
                  <a:lnTo>
                    <a:pt x="34899" y="1290239"/>
                  </a:lnTo>
                  <a:lnTo>
                    <a:pt x="45360" y="1243834"/>
                  </a:lnTo>
                  <a:lnTo>
                    <a:pt x="57128" y="1197941"/>
                  </a:lnTo>
                  <a:lnTo>
                    <a:pt x="70181" y="1152579"/>
                  </a:lnTo>
                  <a:lnTo>
                    <a:pt x="84499" y="1107770"/>
                  </a:lnTo>
                  <a:lnTo>
                    <a:pt x="100062" y="1063535"/>
                  </a:lnTo>
                  <a:lnTo>
                    <a:pt x="116847" y="1019894"/>
                  </a:lnTo>
                  <a:lnTo>
                    <a:pt x="134835" y="976868"/>
                  </a:lnTo>
                  <a:lnTo>
                    <a:pt x="154005" y="934478"/>
                  </a:lnTo>
                  <a:lnTo>
                    <a:pt x="174335" y="892745"/>
                  </a:lnTo>
                  <a:lnTo>
                    <a:pt x="195805" y="851690"/>
                  </a:lnTo>
                  <a:lnTo>
                    <a:pt x="218395" y="811333"/>
                  </a:lnTo>
                  <a:lnTo>
                    <a:pt x="242082" y="771695"/>
                  </a:lnTo>
                  <a:lnTo>
                    <a:pt x="266847" y="732797"/>
                  </a:lnTo>
                  <a:lnTo>
                    <a:pt x="292669" y="694660"/>
                  </a:lnTo>
                  <a:lnTo>
                    <a:pt x="319527" y="657305"/>
                  </a:lnTo>
                  <a:lnTo>
                    <a:pt x="347400" y="620753"/>
                  </a:lnTo>
                  <a:lnTo>
                    <a:pt x="376267" y="585023"/>
                  </a:lnTo>
                  <a:lnTo>
                    <a:pt x="406107" y="550138"/>
                  </a:lnTo>
                  <a:lnTo>
                    <a:pt x="436900" y="516118"/>
                  </a:lnTo>
                  <a:lnTo>
                    <a:pt x="468624" y="482983"/>
                  </a:lnTo>
                  <a:lnTo>
                    <a:pt x="501260" y="450756"/>
                  </a:lnTo>
                  <a:lnTo>
                    <a:pt x="534786" y="419455"/>
                  </a:lnTo>
                  <a:lnTo>
                    <a:pt x="569181" y="389103"/>
                  </a:lnTo>
                  <a:lnTo>
                    <a:pt x="604424" y="359720"/>
                  </a:lnTo>
                  <a:lnTo>
                    <a:pt x="640496" y="331327"/>
                  </a:lnTo>
                  <a:lnTo>
                    <a:pt x="677374" y="303944"/>
                  </a:lnTo>
                  <a:lnTo>
                    <a:pt x="715038" y="277593"/>
                  </a:lnTo>
                  <a:lnTo>
                    <a:pt x="753467" y="252295"/>
                  </a:lnTo>
                  <a:lnTo>
                    <a:pt x="792641" y="228069"/>
                  </a:lnTo>
                  <a:lnTo>
                    <a:pt x="832538" y="204938"/>
                  </a:lnTo>
                  <a:lnTo>
                    <a:pt x="873138" y="182921"/>
                  </a:lnTo>
                  <a:lnTo>
                    <a:pt x="914420" y="162040"/>
                  </a:lnTo>
                  <a:lnTo>
                    <a:pt x="956364" y="142315"/>
                  </a:lnTo>
                  <a:lnTo>
                    <a:pt x="998947" y="123767"/>
                  </a:lnTo>
                  <a:lnTo>
                    <a:pt x="1042150" y="106418"/>
                  </a:lnTo>
                  <a:lnTo>
                    <a:pt x="1085952" y="90287"/>
                  </a:lnTo>
                  <a:lnTo>
                    <a:pt x="1130331" y="75396"/>
                  </a:lnTo>
                  <a:lnTo>
                    <a:pt x="1175268" y="61766"/>
                  </a:lnTo>
                  <a:lnTo>
                    <a:pt x="1220741" y="49417"/>
                  </a:lnTo>
                  <a:lnTo>
                    <a:pt x="1266729" y="38370"/>
                  </a:lnTo>
                  <a:lnTo>
                    <a:pt x="1313212" y="28646"/>
                  </a:lnTo>
                  <a:lnTo>
                    <a:pt x="1360168" y="20265"/>
                  </a:lnTo>
                  <a:lnTo>
                    <a:pt x="1407578" y="13250"/>
                  </a:lnTo>
                  <a:lnTo>
                    <a:pt x="1455420" y="7620"/>
                  </a:lnTo>
                  <a:lnTo>
                    <a:pt x="1620012" y="0"/>
                  </a:lnTo>
                  <a:lnTo>
                    <a:pt x="1620012" y="995172"/>
                  </a:lnTo>
                  <a:lnTo>
                    <a:pt x="1619322" y="1043174"/>
                  </a:lnTo>
                  <a:lnTo>
                    <a:pt x="1617267" y="1090832"/>
                  </a:lnTo>
                  <a:lnTo>
                    <a:pt x="1613864" y="1138124"/>
                  </a:lnTo>
                  <a:lnTo>
                    <a:pt x="1609133" y="1185033"/>
                  </a:lnTo>
                  <a:lnTo>
                    <a:pt x="1603092" y="1231539"/>
                  </a:lnTo>
                  <a:lnTo>
                    <a:pt x="1595760" y="1277623"/>
                  </a:lnTo>
                  <a:lnTo>
                    <a:pt x="1587156" y="1323266"/>
                  </a:lnTo>
                  <a:lnTo>
                    <a:pt x="1577300" y="1368449"/>
                  </a:lnTo>
                  <a:lnTo>
                    <a:pt x="1566209" y="1413154"/>
                  </a:lnTo>
                  <a:lnTo>
                    <a:pt x="1553902" y="1457360"/>
                  </a:lnTo>
                  <a:lnTo>
                    <a:pt x="1540400" y="1501049"/>
                  </a:lnTo>
                  <a:lnTo>
                    <a:pt x="1525719" y="1544201"/>
                  </a:lnTo>
                  <a:lnTo>
                    <a:pt x="1509880" y="1586799"/>
                  </a:lnTo>
                  <a:lnTo>
                    <a:pt x="1492900" y="1628822"/>
                  </a:lnTo>
                  <a:lnTo>
                    <a:pt x="1474800" y="1670252"/>
                  </a:lnTo>
                  <a:lnTo>
                    <a:pt x="1455597" y="1711069"/>
                  </a:lnTo>
                  <a:lnTo>
                    <a:pt x="1435311" y="1751255"/>
                  </a:lnTo>
                  <a:lnTo>
                    <a:pt x="1413960" y="1790791"/>
                  </a:lnTo>
                  <a:lnTo>
                    <a:pt x="1391564" y="1829657"/>
                  </a:lnTo>
                  <a:lnTo>
                    <a:pt x="1368141" y="1867834"/>
                  </a:lnTo>
                  <a:lnTo>
                    <a:pt x="1343709" y="1905303"/>
                  </a:lnTo>
                  <a:lnTo>
                    <a:pt x="1318289" y="1942046"/>
                  </a:lnTo>
                  <a:lnTo>
                    <a:pt x="1291898" y="1978043"/>
                  </a:lnTo>
                  <a:lnTo>
                    <a:pt x="1264555" y="2013275"/>
                  </a:lnTo>
                  <a:lnTo>
                    <a:pt x="1236280" y="2047723"/>
                  </a:lnTo>
                  <a:lnTo>
                    <a:pt x="1207091" y="2081368"/>
                  </a:lnTo>
                  <a:lnTo>
                    <a:pt x="1177007" y="2114191"/>
                  </a:lnTo>
                  <a:lnTo>
                    <a:pt x="1146048" y="2146173"/>
                  </a:lnTo>
                  <a:lnTo>
                    <a:pt x="1114230" y="2177294"/>
                  </a:lnTo>
                  <a:lnTo>
                    <a:pt x="1081575" y="2207537"/>
                  </a:lnTo>
                  <a:lnTo>
                    <a:pt x="1048100" y="2236881"/>
                  </a:lnTo>
                  <a:lnTo>
                    <a:pt x="1013824" y="2265308"/>
                  </a:lnTo>
                  <a:lnTo>
                    <a:pt x="978766" y="2292798"/>
                  </a:lnTo>
                  <a:lnTo>
                    <a:pt x="942946" y="2319333"/>
                  </a:lnTo>
                  <a:lnTo>
                    <a:pt x="906381" y="2344894"/>
                  </a:lnTo>
                  <a:lnTo>
                    <a:pt x="869091" y="2369461"/>
                  </a:lnTo>
                  <a:lnTo>
                    <a:pt x="831094" y="2393015"/>
                  </a:lnTo>
                  <a:lnTo>
                    <a:pt x="792410" y="2415538"/>
                  </a:lnTo>
                  <a:lnTo>
                    <a:pt x="753057" y="2437010"/>
                  </a:lnTo>
                  <a:lnTo>
                    <a:pt x="713054" y="2457412"/>
                  </a:lnTo>
                  <a:lnTo>
                    <a:pt x="672420" y="2476725"/>
                  </a:lnTo>
                  <a:lnTo>
                    <a:pt x="631174" y="2494930"/>
                  </a:lnTo>
                  <a:lnTo>
                    <a:pt x="589334" y="2512009"/>
                  </a:lnTo>
                  <a:lnTo>
                    <a:pt x="546920" y="2527941"/>
                  </a:lnTo>
                  <a:lnTo>
                    <a:pt x="503950" y="2542709"/>
                  </a:lnTo>
                  <a:lnTo>
                    <a:pt x="460444" y="2556292"/>
                  </a:lnTo>
                  <a:lnTo>
                    <a:pt x="416419" y="2568672"/>
                  </a:lnTo>
                  <a:lnTo>
                    <a:pt x="371896" y="2579829"/>
                  </a:lnTo>
                  <a:lnTo>
                    <a:pt x="326892" y="2589746"/>
                  </a:lnTo>
                  <a:lnTo>
                    <a:pt x="281426" y="2598402"/>
                  </a:lnTo>
                  <a:lnTo>
                    <a:pt x="235518" y="2605779"/>
                  </a:lnTo>
                  <a:lnTo>
                    <a:pt x="189187" y="2611857"/>
                  </a:lnTo>
                  <a:lnTo>
                    <a:pt x="142450" y="2616708"/>
                  </a:lnTo>
                  <a:close/>
                </a:path>
              </a:pathLst>
            </a:custGeom>
            <a:solidFill>
              <a:srgbClr val="006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18376" y="4099559"/>
              <a:ext cx="1620520" cy="2616835"/>
            </a:xfrm>
            <a:custGeom>
              <a:avLst/>
              <a:gdLst/>
              <a:ahLst/>
              <a:cxnLst/>
              <a:rect l="l" t="t" r="r" b="b"/>
              <a:pathLst>
                <a:path w="1620520" h="2616834">
                  <a:moveTo>
                    <a:pt x="1620012" y="2616708"/>
                  </a:moveTo>
                  <a:lnTo>
                    <a:pt x="1477780" y="2616708"/>
                  </a:lnTo>
                  <a:lnTo>
                    <a:pt x="1431106" y="2611857"/>
                  </a:lnTo>
                  <a:lnTo>
                    <a:pt x="1384831" y="2605778"/>
                  </a:lnTo>
                  <a:lnTo>
                    <a:pt x="1338975" y="2598402"/>
                  </a:lnTo>
                  <a:lnTo>
                    <a:pt x="1293557" y="2589746"/>
                  </a:lnTo>
                  <a:lnTo>
                    <a:pt x="1248595" y="2579829"/>
                  </a:lnTo>
                  <a:lnTo>
                    <a:pt x="1204109" y="2568672"/>
                  </a:lnTo>
                  <a:lnTo>
                    <a:pt x="1160118" y="2556292"/>
                  </a:lnTo>
                  <a:lnTo>
                    <a:pt x="1116641" y="2542708"/>
                  </a:lnTo>
                  <a:lnTo>
                    <a:pt x="1073696" y="2527941"/>
                  </a:lnTo>
                  <a:lnTo>
                    <a:pt x="1031303" y="2512009"/>
                  </a:lnTo>
                  <a:lnTo>
                    <a:pt x="989480" y="2494930"/>
                  </a:lnTo>
                  <a:lnTo>
                    <a:pt x="948248" y="2476725"/>
                  </a:lnTo>
                  <a:lnTo>
                    <a:pt x="907624" y="2457412"/>
                  </a:lnTo>
                  <a:lnTo>
                    <a:pt x="867628" y="2437010"/>
                  </a:lnTo>
                  <a:lnTo>
                    <a:pt x="828278" y="2415538"/>
                  </a:lnTo>
                  <a:lnTo>
                    <a:pt x="789594" y="2393015"/>
                  </a:lnTo>
                  <a:lnTo>
                    <a:pt x="751595" y="2369461"/>
                  </a:lnTo>
                  <a:lnTo>
                    <a:pt x="714300" y="2344894"/>
                  </a:lnTo>
                  <a:lnTo>
                    <a:pt x="677728" y="2319333"/>
                  </a:lnTo>
                  <a:lnTo>
                    <a:pt x="641897" y="2292798"/>
                  </a:lnTo>
                  <a:lnTo>
                    <a:pt x="606827" y="2265308"/>
                  </a:lnTo>
                  <a:lnTo>
                    <a:pt x="572537" y="2236881"/>
                  </a:lnTo>
                  <a:lnTo>
                    <a:pt x="539045" y="2207537"/>
                  </a:lnTo>
                  <a:lnTo>
                    <a:pt x="506372" y="2177294"/>
                  </a:lnTo>
                  <a:lnTo>
                    <a:pt x="474535" y="2146173"/>
                  </a:lnTo>
                  <a:lnTo>
                    <a:pt x="443554" y="2114191"/>
                  </a:lnTo>
                  <a:lnTo>
                    <a:pt x="413448" y="2081368"/>
                  </a:lnTo>
                  <a:lnTo>
                    <a:pt x="384235" y="2047723"/>
                  </a:lnTo>
                  <a:lnTo>
                    <a:pt x="355936" y="2013275"/>
                  </a:lnTo>
                  <a:lnTo>
                    <a:pt x="328568" y="1978043"/>
                  </a:lnTo>
                  <a:lnTo>
                    <a:pt x="302151" y="1942046"/>
                  </a:lnTo>
                  <a:lnTo>
                    <a:pt x="276704" y="1905303"/>
                  </a:lnTo>
                  <a:lnTo>
                    <a:pt x="252245" y="1867834"/>
                  </a:lnTo>
                  <a:lnTo>
                    <a:pt x="228795" y="1829657"/>
                  </a:lnTo>
                  <a:lnTo>
                    <a:pt x="206371" y="1790791"/>
                  </a:lnTo>
                  <a:lnTo>
                    <a:pt x="184993" y="1751255"/>
                  </a:lnTo>
                  <a:lnTo>
                    <a:pt x="164680" y="1711069"/>
                  </a:lnTo>
                  <a:lnTo>
                    <a:pt x="145451" y="1670252"/>
                  </a:lnTo>
                  <a:lnTo>
                    <a:pt x="127325" y="1628822"/>
                  </a:lnTo>
                  <a:lnTo>
                    <a:pt x="110321" y="1586799"/>
                  </a:lnTo>
                  <a:lnTo>
                    <a:pt x="94457" y="1544201"/>
                  </a:lnTo>
                  <a:lnTo>
                    <a:pt x="79753" y="1501049"/>
                  </a:lnTo>
                  <a:lnTo>
                    <a:pt x="66228" y="1457360"/>
                  </a:lnTo>
                  <a:lnTo>
                    <a:pt x="53902" y="1413154"/>
                  </a:lnTo>
                  <a:lnTo>
                    <a:pt x="42791" y="1368449"/>
                  </a:lnTo>
                  <a:lnTo>
                    <a:pt x="32917" y="1323266"/>
                  </a:lnTo>
                  <a:lnTo>
                    <a:pt x="24298" y="1277623"/>
                  </a:lnTo>
                  <a:lnTo>
                    <a:pt x="16953" y="1231539"/>
                  </a:lnTo>
                  <a:lnTo>
                    <a:pt x="10900" y="1185033"/>
                  </a:lnTo>
                  <a:lnTo>
                    <a:pt x="6160" y="1138124"/>
                  </a:lnTo>
                  <a:lnTo>
                    <a:pt x="2750" y="1090832"/>
                  </a:lnTo>
                  <a:lnTo>
                    <a:pt x="690" y="1043174"/>
                  </a:lnTo>
                  <a:lnTo>
                    <a:pt x="0" y="995172"/>
                  </a:lnTo>
                  <a:lnTo>
                    <a:pt x="0" y="0"/>
                  </a:lnTo>
                  <a:lnTo>
                    <a:pt x="166116" y="7620"/>
                  </a:lnTo>
                  <a:lnTo>
                    <a:pt x="213955" y="13250"/>
                  </a:lnTo>
                  <a:lnTo>
                    <a:pt x="261360" y="20265"/>
                  </a:lnTo>
                  <a:lnTo>
                    <a:pt x="308308" y="28646"/>
                  </a:lnTo>
                  <a:lnTo>
                    <a:pt x="354780" y="38370"/>
                  </a:lnTo>
                  <a:lnTo>
                    <a:pt x="400753" y="49417"/>
                  </a:lnTo>
                  <a:lnTo>
                    <a:pt x="446209" y="61766"/>
                  </a:lnTo>
                  <a:lnTo>
                    <a:pt x="491126" y="75396"/>
                  </a:lnTo>
                  <a:lnTo>
                    <a:pt x="535483" y="90287"/>
                  </a:lnTo>
                  <a:lnTo>
                    <a:pt x="579259" y="106418"/>
                  </a:lnTo>
                  <a:lnTo>
                    <a:pt x="622435" y="123767"/>
                  </a:lnTo>
                  <a:lnTo>
                    <a:pt x="664989" y="142315"/>
                  </a:lnTo>
                  <a:lnTo>
                    <a:pt x="706901" y="162040"/>
                  </a:lnTo>
                  <a:lnTo>
                    <a:pt x="748150" y="182921"/>
                  </a:lnTo>
                  <a:lnTo>
                    <a:pt x="788715" y="204938"/>
                  </a:lnTo>
                  <a:lnTo>
                    <a:pt x="828576" y="228069"/>
                  </a:lnTo>
                  <a:lnTo>
                    <a:pt x="867712" y="252295"/>
                  </a:lnTo>
                  <a:lnTo>
                    <a:pt x="906102" y="277593"/>
                  </a:lnTo>
                  <a:lnTo>
                    <a:pt x="943726" y="303944"/>
                  </a:lnTo>
                  <a:lnTo>
                    <a:pt x="980563" y="331327"/>
                  </a:lnTo>
                  <a:lnTo>
                    <a:pt x="1016591" y="359720"/>
                  </a:lnTo>
                  <a:lnTo>
                    <a:pt x="1051792" y="389103"/>
                  </a:lnTo>
                  <a:lnTo>
                    <a:pt x="1086143" y="419455"/>
                  </a:lnTo>
                  <a:lnTo>
                    <a:pt x="1119625" y="450756"/>
                  </a:lnTo>
                  <a:lnTo>
                    <a:pt x="1152216" y="482983"/>
                  </a:lnTo>
                  <a:lnTo>
                    <a:pt x="1183896" y="516118"/>
                  </a:lnTo>
                  <a:lnTo>
                    <a:pt x="1214644" y="550138"/>
                  </a:lnTo>
                  <a:lnTo>
                    <a:pt x="1244439" y="585023"/>
                  </a:lnTo>
                  <a:lnTo>
                    <a:pt x="1273262" y="620753"/>
                  </a:lnTo>
                  <a:lnTo>
                    <a:pt x="1301090" y="657305"/>
                  </a:lnTo>
                  <a:lnTo>
                    <a:pt x="1327904" y="694660"/>
                  </a:lnTo>
                  <a:lnTo>
                    <a:pt x="1353683" y="732797"/>
                  </a:lnTo>
                  <a:lnTo>
                    <a:pt x="1378406" y="771695"/>
                  </a:lnTo>
                  <a:lnTo>
                    <a:pt x="1402052" y="811333"/>
                  </a:lnTo>
                  <a:lnTo>
                    <a:pt x="1424601" y="851690"/>
                  </a:lnTo>
                  <a:lnTo>
                    <a:pt x="1446032" y="892745"/>
                  </a:lnTo>
                  <a:lnTo>
                    <a:pt x="1466324" y="934478"/>
                  </a:lnTo>
                  <a:lnTo>
                    <a:pt x="1485457" y="976868"/>
                  </a:lnTo>
                  <a:lnTo>
                    <a:pt x="1503410" y="1019894"/>
                  </a:lnTo>
                  <a:lnTo>
                    <a:pt x="1520163" y="1063535"/>
                  </a:lnTo>
                  <a:lnTo>
                    <a:pt x="1535694" y="1107770"/>
                  </a:lnTo>
                  <a:lnTo>
                    <a:pt x="1549983" y="1152579"/>
                  </a:lnTo>
                  <a:lnTo>
                    <a:pt x="1563009" y="1197941"/>
                  </a:lnTo>
                  <a:lnTo>
                    <a:pt x="1574752" y="1243834"/>
                  </a:lnTo>
                  <a:lnTo>
                    <a:pt x="1585191" y="1290239"/>
                  </a:lnTo>
                  <a:lnTo>
                    <a:pt x="1594305" y="1337134"/>
                  </a:lnTo>
                  <a:lnTo>
                    <a:pt x="1602074" y="1384498"/>
                  </a:lnTo>
                  <a:lnTo>
                    <a:pt x="1608476" y="1432311"/>
                  </a:lnTo>
                  <a:lnTo>
                    <a:pt x="1613492" y="1480551"/>
                  </a:lnTo>
                  <a:lnTo>
                    <a:pt x="1617100" y="1529199"/>
                  </a:lnTo>
                  <a:lnTo>
                    <a:pt x="1619280" y="1578233"/>
                  </a:lnTo>
                  <a:lnTo>
                    <a:pt x="1620012" y="1627632"/>
                  </a:lnTo>
                  <a:lnTo>
                    <a:pt x="1620012" y="2616708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057655"/>
            <a:ext cx="963294" cy="963294"/>
          </a:xfrm>
          <a:custGeom>
            <a:avLst/>
            <a:gdLst/>
            <a:ahLst/>
            <a:cxnLst/>
            <a:rect l="l" t="t" r="r" b="b"/>
            <a:pathLst>
              <a:path w="963294" h="963294">
                <a:moveTo>
                  <a:pt x="0" y="963168"/>
                </a:moveTo>
                <a:lnTo>
                  <a:pt x="0" y="0"/>
                </a:lnTo>
                <a:lnTo>
                  <a:pt x="963168" y="0"/>
                </a:lnTo>
                <a:lnTo>
                  <a:pt x="961993" y="48196"/>
                </a:lnTo>
                <a:lnTo>
                  <a:pt x="958504" y="95767"/>
                </a:lnTo>
                <a:lnTo>
                  <a:pt x="952757" y="142658"/>
                </a:lnTo>
                <a:lnTo>
                  <a:pt x="944805" y="188815"/>
                </a:lnTo>
                <a:lnTo>
                  <a:pt x="934704" y="234182"/>
                </a:lnTo>
                <a:lnTo>
                  <a:pt x="922506" y="278707"/>
                </a:lnTo>
                <a:lnTo>
                  <a:pt x="908268" y="322334"/>
                </a:lnTo>
                <a:lnTo>
                  <a:pt x="892042" y="365009"/>
                </a:lnTo>
                <a:lnTo>
                  <a:pt x="873885" y="406677"/>
                </a:lnTo>
                <a:lnTo>
                  <a:pt x="853849" y="447285"/>
                </a:lnTo>
                <a:lnTo>
                  <a:pt x="831991" y="486776"/>
                </a:lnTo>
                <a:lnTo>
                  <a:pt x="808363" y="525098"/>
                </a:lnTo>
                <a:lnTo>
                  <a:pt x="783021" y="562196"/>
                </a:lnTo>
                <a:lnTo>
                  <a:pt x="756019" y="598014"/>
                </a:lnTo>
                <a:lnTo>
                  <a:pt x="727411" y="632500"/>
                </a:lnTo>
                <a:lnTo>
                  <a:pt x="697253" y="665597"/>
                </a:lnTo>
                <a:lnTo>
                  <a:pt x="665597" y="697252"/>
                </a:lnTo>
                <a:lnTo>
                  <a:pt x="632500" y="727411"/>
                </a:lnTo>
                <a:lnTo>
                  <a:pt x="598014" y="756019"/>
                </a:lnTo>
                <a:lnTo>
                  <a:pt x="562196" y="783021"/>
                </a:lnTo>
                <a:lnTo>
                  <a:pt x="525098" y="808363"/>
                </a:lnTo>
                <a:lnTo>
                  <a:pt x="486776" y="831991"/>
                </a:lnTo>
                <a:lnTo>
                  <a:pt x="447285" y="853849"/>
                </a:lnTo>
                <a:lnTo>
                  <a:pt x="406677" y="873885"/>
                </a:lnTo>
                <a:lnTo>
                  <a:pt x="365009" y="892042"/>
                </a:lnTo>
                <a:lnTo>
                  <a:pt x="322334" y="908268"/>
                </a:lnTo>
                <a:lnTo>
                  <a:pt x="278707" y="922506"/>
                </a:lnTo>
                <a:lnTo>
                  <a:pt x="234182" y="934704"/>
                </a:lnTo>
                <a:lnTo>
                  <a:pt x="188815" y="944805"/>
                </a:lnTo>
                <a:lnTo>
                  <a:pt x="142658" y="952757"/>
                </a:lnTo>
                <a:lnTo>
                  <a:pt x="95767" y="958504"/>
                </a:lnTo>
                <a:lnTo>
                  <a:pt x="48196" y="961993"/>
                </a:lnTo>
                <a:lnTo>
                  <a:pt x="0" y="963168"/>
                </a:lnTo>
                <a:close/>
              </a:path>
            </a:pathLst>
          </a:custGeom>
          <a:solidFill>
            <a:srgbClr val="6270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438388" y="1057655"/>
            <a:ext cx="1620520" cy="2623185"/>
          </a:xfrm>
          <a:custGeom>
            <a:avLst/>
            <a:gdLst/>
            <a:ahLst/>
            <a:cxnLst/>
            <a:rect l="l" t="t" r="r" b="b"/>
            <a:pathLst>
              <a:path w="1620520" h="2623185">
                <a:moveTo>
                  <a:pt x="1620012" y="2622803"/>
                </a:moveTo>
                <a:lnTo>
                  <a:pt x="1455420" y="2615184"/>
                </a:lnTo>
                <a:lnTo>
                  <a:pt x="1407578" y="2609550"/>
                </a:lnTo>
                <a:lnTo>
                  <a:pt x="1360168" y="2602524"/>
                </a:lnTo>
                <a:lnTo>
                  <a:pt x="1313212" y="2594126"/>
                </a:lnTo>
                <a:lnTo>
                  <a:pt x="1266729" y="2584379"/>
                </a:lnTo>
                <a:lnTo>
                  <a:pt x="1220741" y="2573301"/>
                </a:lnTo>
                <a:lnTo>
                  <a:pt x="1175268" y="2560916"/>
                </a:lnTo>
                <a:lnTo>
                  <a:pt x="1130331" y="2547243"/>
                </a:lnTo>
                <a:lnTo>
                  <a:pt x="1085952" y="2532303"/>
                </a:lnTo>
                <a:lnTo>
                  <a:pt x="1042150" y="2516117"/>
                </a:lnTo>
                <a:lnTo>
                  <a:pt x="998947" y="2498707"/>
                </a:lnTo>
                <a:lnTo>
                  <a:pt x="956364" y="2480094"/>
                </a:lnTo>
                <a:lnTo>
                  <a:pt x="914420" y="2460297"/>
                </a:lnTo>
                <a:lnTo>
                  <a:pt x="873138" y="2439339"/>
                </a:lnTo>
                <a:lnTo>
                  <a:pt x="832538" y="2417240"/>
                </a:lnTo>
                <a:lnTo>
                  <a:pt x="792641" y="2394021"/>
                </a:lnTo>
                <a:lnTo>
                  <a:pt x="753467" y="2369703"/>
                </a:lnTo>
                <a:lnTo>
                  <a:pt x="715038" y="2344307"/>
                </a:lnTo>
                <a:lnTo>
                  <a:pt x="677374" y="2317854"/>
                </a:lnTo>
                <a:lnTo>
                  <a:pt x="640496" y="2290365"/>
                </a:lnTo>
                <a:lnTo>
                  <a:pt x="604424" y="2261861"/>
                </a:lnTo>
                <a:lnTo>
                  <a:pt x="569181" y="2232362"/>
                </a:lnTo>
                <a:lnTo>
                  <a:pt x="534786" y="2201891"/>
                </a:lnTo>
                <a:lnTo>
                  <a:pt x="501260" y="2170467"/>
                </a:lnTo>
                <a:lnTo>
                  <a:pt x="468624" y="2138112"/>
                </a:lnTo>
                <a:lnTo>
                  <a:pt x="436900" y="2104847"/>
                </a:lnTo>
                <a:lnTo>
                  <a:pt x="406107" y="2070692"/>
                </a:lnTo>
                <a:lnTo>
                  <a:pt x="376267" y="2035669"/>
                </a:lnTo>
                <a:lnTo>
                  <a:pt x="347400" y="1999799"/>
                </a:lnTo>
                <a:lnTo>
                  <a:pt x="319527" y="1963102"/>
                </a:lnTo>
                <a:lnTo>
                  <a:pt x="292669" y="1925599"/>
                </a:lnTo>
                <a:lnTo>
                  <a:pt x="266847" y="1887312"/>
                </a:lnTo>
                <a:lnTo>
                  <a:pt x="242082" y="1848261"/>
                </a:lnTo>
                <a:lnTo>
                  <a:pt x="218395" y="1808468"/>
                </a:lnTo>
                <a:lnTo>
                  <a:pt x="195805" y="1767952"/>
                </a:lnTo>
                <a:lnTo>
                  <a:pt x="174335" y="1726736"/>
                </a:lnTo>
                <a:lnTo>
                  <a:pt x="154005" y="1684841"/>
                </a:lnTo>
                <a:lnTo>
                  <a:pt x="134835" y="1642286"/>
                </a:lnTo>
                <a:lnTo>
                  <a:pt x="116847" y="1599093"/>
                </a:lnTo>
                <a:lnTo>
                  <a:pt x="100062" y="1555284"/>
                </a:lnTo>
                <a:lnTo>
                  <a:pt x="84499" y="1510878"/>
                </a:lnTo>
                <a:lnTo>
                  <a:pt x="70181" y="1465898"/>
                </a:lnTo>
                <a:lnTo>
                  <a:pt x="57128" y="1420363"/>
                </a:lnTo>
                <a:lnTo>
                  <a:pt x="45360" y="1374295"/>
                </a:lnTo>
                <a:lnTo>
                  <a:pt x="34899" y="1327715"/>
                </a:lnTo>
                <a:lnTo>
                  <a:pt x="25765" y="1280644"/>
                </a:lnTo>
                <a:lnTo>
                  <a:pt x="17979" y="1233103"/>
                </a:lnTo>
                <a:lnTo>
                  <a:pt x="11562" y="1185112"/>
                </a:lnTo>
                <a:lnTo>
                  <a:pt x="6534" y="1136693"/>
                </a:lnTo>
                <a:lnTo>
                  <a:pt x="2918" y="1087867"/>
                </a:lnTo>
                <a:lnTo>
                  <a:pt x="733" y="1038654"/>
                </a:lnTo>
                <a:lnTo>
                  <a:pt x="0" y="989075"/>
                </a:lnTo>
                <a:lnTo>
                  <a:pt x="0" y="0"/>
                </a:lnTo>
                <a:lnTo>
                  <a:pt x="1620012" y="0"/>
                </a:lnTo>
                <a:lnTo>
                  <a:pt x="1620012" y="2622803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074913" y="2506430"/>
            <a:ext cx="123507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pc="-25">
                <a:solidFill>
                  <a:srgbClr val="00347E"/>
                </a:solidFill>
                <a:uFill>
                  <a:solidFill>
                    <a:srgbClr val="00347E"/>
                  </a:solidFill>
                </a:uFill>
              </a:rPr>
              <a:t>BATCH-09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669" y="3122163"/>
            <a:ext cx="5589905" cy="300482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327785" marR="63500" indent="-1315720">
              <a:lnSpc>
                <a:spcPts val="2039"/>
              </a:lnSpc>
              <a:spcBef>
                <a:spcPts val="360"/>
              </a:spcBef>
            </a:pP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Smart</a:t>
            </a:r>
            <a:r>
              <a:rPr dirty="0" sz="1900" spc="-6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Class</a:t>
            </a:r>
            <a:r>
              <a:rPr dirty="0" sz="1900" spc="-4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Room</a:t>
            </a:r>
            <a:r>
              <a:rPr dirty="0" sz="1900" spc="-4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Monitoring</a:t>
            </a:r>
            <a:r>
              <a:rPr dirty="0" sz="1900" spc="-5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System</a:t>
            </a:r>
            <a:r>
              <a:rPr dirty="0" sz="1900" spc="-6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900" spc="-10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spc="-10" b="1">
                <a:solidFill>
                  <a:srgbClr val="001F60"/>
                </a:solidFill>
                <a:latin typeface="Times New Roman"/>
                <a:cs typeface="Times New Roman"/>
              </a:rPr>
              <a:t>Timetable </a:t>
            </a: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Alerts</a:t>
            </a:r>
            <a:r>
              <a:rPr dirty="0" sz="1900" spc="-2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Using</a:t>
            </a:r>
            <a:r>
              <a:rPr dirty="0" sz="1900" spc="-4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001F60"/>
                </a:solidFill>
                <a:latin typeface="Times New Roman"/>
                <a:cs typeface="Times New Roman"/>
              </a:rPr>
              <a:t>Deep</a:t>
            </a:r>
            <a:r>
              <a:rPr dirty="0" sz="1900" spc="-1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900" spc="-10" b="1">
                <a:solidFill>
                  <a:srgbClr val="001F60"/>
                </a:solidFill>
                <a:latin typeface="Times New Roman"/>
                <a:cs typeface="Times New Roman"/>
              </a:rPr>
              <a:t>Learning</a:t>
            </a:r>
            <a:endParaRPr sz="1900">
              <a:latin typeface="Times New Roman"/>
              <a:cs typeface="Times New Roman"/>
            </a:endParaRPr>
          </a:p>
          <a:p>
            <a:pPr algn="ctr" marR="187960">
              <a:lnSpc>
                <a:spcPct val="100000"/>
              </a:lnSpc>
              <a:spcBef>
                <a:spcPts val="1820"/>
              </a:spcBef>
            </a:pPr>
            <a:r>
              <a:rPr dirty="0" sz="1650" b="1">
                <a:solidFill>
                  <a:srgbClr val="FF0000"/>
                </a:solidFill>
                <a:latin typeface="Times New Roman"/>
                <a:cs typeface="Times New Roman"/>
              </a:rPr>
              <a:t>Under</a:t>
            </a:r>
            <a:r>
              <a:rPr dirty="0" sz="1650" spc="-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165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FF0000"/>
                </a:solidFill>
                <a:latin typeface="Times New Roman"/>
                <a:cs typeface="Times New Roman"/>
              </a:rPr>
              <a:t>guidance</a:t>
            </a:r>
            <a:r>
              <a:rPr dirty="0" sz="165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 spc="-25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endParaRPr sz="1650">
              <a:latin typeface="Times New Roman"/>
              <a:cs typeface="Times New Roman"/>
            </a:endParaRPr>
          </a:p>
          <a:p>
            <a:pPr algn="ctr" marR="189865">
              <a:lnSpc>
                <a:spcPct val="100000"/>
              </a:lnSpc>
            </a:pPr>
            <a:r>
              <a:rPr dirty="0" sz="1650" spc="-10">
                <a:solidFill>
                  <a:srgbClr val="FF0000"/>
                </a:solidFill>
                <a:latin typeface="Times New Roman"/>
                <a:cs typeface="Times New Roman"/>
              </a:rPr>
              <a:t>Dr.</a:t>
            </a:r>
            <a:r>
              <a:rPr dirty="0" sz="1650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 spc="-90">
                <a:solidFill>
                  <a:srgbClr val="FF0000"/>
                </a:solidFill>
                <a:latin typeface="Times New Roman"/>
                <a:cs typeface="Times New Roman"/>
              </a:rPr>
              <a:t>P.</a:t>
            </a:r>
            <a:r>
              <a:rPr dirty="0" sz="165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0000"/>
                </a:solidFill>
                <a:latin typeface="Times New Roman"/>
                <a:cs typeface="Times New Roman"/>
              </a:rPr>
              <a:t>K.</a:t>
            </a:r>
            <a:r>
              <a:rPr dirty="0" sz="1650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FF0000"/>
                </a:solidFill>
                <a:latin typeface="Times New Roman"/>
                <a:cs typeface="Times New Roman"/>
              </a:rPr>
              <a:t>Venkateswara</a:t>
            </a:r>
            <a:r>
              <a:rPr dirty="0" sz="1650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0000"/>
                </a:solidFill>
                <a:latin typeface="Times New Roman"/>
                <a:cs typeface="Times New Roman"/>
              </a:rPr>
              <a:t>Lal,</a:t>
            </a:r>
            <a:r>
              <a:rPr dirty="0" sz="165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0000"/>
                </a:solidFill>
                <a:latin typeface="Times New Roman"/>
                <a:cs typeface="Times New Roman"/>
              </a:rPr>
              <a:t>Ph.D,</a:t>
            </a:r>
            <a:r>
              <a:rPr dirty="0" sz="165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Times New Roman"/>
                <a:cs typeface="Times New Roman"/>
              </a:rPr>
              <a:t>Professor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650">
              <a:latin typeface="Times New Roman"/>
              <a:cs typeface="Times New Roman"/>
            </a:endParaRPr>
          </a:p>
          <a:p>
            <a:pPr marL="3083560">
              <a:lnSpc>
                <a:spcPct val="100000"/>
              </a:lnSpc>
            </a:pPr>
            <a:r>
              <a:rPr dirty="0" sz="1450" b="1">
                <a:solidFill>
                  <a:srgbClr val="001F60"/>
                </a:solidFill>
                <a:latin typeface="Times New Roman"/>
                <a:cs typeface="Times New Roman"/>
              </a:rPr>
              <a:t>SUBMITTED</a:t>
            </a:r>
            <a:r>
              <a:rPr dirty="0" sz="1450" spc="16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450" spc="-25" b="1">
                <a:solidFill>
                  <a:srgbClr val="001F60"/>
                </a:solidFill>
                <a:latin typeface="Times New Roman"/>
                <a:cs typeface="Times New Roman"/>
              </a:rPr>
              <a:t>BY:</a:t>
            </a:r>
            <a:endParaRPr sz="1450">
              <a:latin typeface="Times New Roman"/>
              <a:cs typeface="Times New Roman"/>
            </a:endParaRPr>
          </a:p>
          <a:p>
            <a:pPr marL="3083560" marR="5080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solidFill>
                  <a:srgbClr val="001F60"/>
                </a:solidFill>
                <a:latin typeface="Times New Roman"/>
                <a:cs typeface="Times New Roman"/>
              </a:rPr>
              <a:t>P.JASMINE</a:t>
            </a:r>
            <a:r>
              <a:rPr dirty="0" sz="1450" spc="-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001F60"/>
                </a:solidFill>
                <a:latin typeface="Times New Roman"/>
                <a:cs typeface="Times New Roman"/>
              </a:rPr>
              <a:t>(22F11A0541) CH.VARSHITHA(22F11A0512) M.DIVYA</a:t>
            </a:r>
            <a:r>
              <a:rPr dirty="0" sz="1450" spc="-6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001F60"/>
                </a:solidFill>
                <a:latin typeface="Times New Roman"/>
                <a:cs typeface="Times New Roman"/>
              </a:rPr>
              <a:t>SRI(22F11A0530) E.TEJASWANI(22F11A0516)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" y="1491995"/>
            <a:ext cx="5832348" cy="8884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526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299" y="2347976"/>
            <a:ext cx="7874634" cy="3044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7543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In</a:t>
            </a:r>
            <a:r>
              <a:rPr dirty="0" sz="1650" spc="16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many</a:t>
            </a:r>
            <a:r>
              <a:rPr dirty="0" sz="1650" spc="10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001F60"/>
                </a:solidFill>
                <a:latin typeface="Times New Roman"/>
                <a:cs typeface="Times New Roman"/>
              </a:rPr>
              <a:t>educational</a:t>
            </a:r>
            <a:r>
              <a:rPr dirty="0" sz="1650" spc="8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5">
                <a:solidFill>
                  <a:srgbClr val="001F60"/>
                </a:solidFill>
                <a:latin typeface="Times New Roman"/>
                <a:cs typeface="Times New Roman"/>
              </a:rPr>
              <a:t>institutions,</a:t>
            </a:r>
            <a:r>
              <a:rPr dirty="0" sz="1650" spc="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classrooms</a:t>
            </a:r>
            <a:r>
              <a:rPr dirty="0" sz="1650" spc="6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are</a:t>
            </a:r>
            <a:r>
              <a:rPr dirty="0" sz="1650" spc="11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often</a:t>
            </a:r>
            <a:r>
              <a:rPr dirty="0" sz="1650" spc="9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left</a:t>
            </a:r>
            <a:r>
              <a:rPr dirty="0" sz="1650" spc="6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55">
                <a:solidFill>
                  <a:srgbClr val="001F60"/>
                </a:solidFill>
                <a:latin typeface="Times New Roman"/>
                <a:cs typeface="Times New Roman"/>
              </a:rPr>
              <a:t>unsupervised</a:t>
            </a:r>
            <a:r>
              <a:rPr dirty="0" sz="1650" spc="6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due</a:t>
            </a:r>
            <a:r>
              <a:rPr dirty="0" sz="1650" spc="11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1650" spc="1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faculty 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unavailability,</a:t>
            </a:r>
            <a:r>
              <a:rPr dirty="0" sz="1650" spc="17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leading</a:t>
            </a:r>
            <a:r>
              <a:rPr dirty="0" sz="1650" spc="1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1650" spc="23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disruptions</a:t>
            </a:r>
            <a:r>
              <a:rPr dirty="0" sz="1650" spc="19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650" spc="2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reduced</a:t>
            </a:r>
            <a:r>
              <a:rPr dirty="0" sz="1650" spc="19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learning.</a:t>
            </a:r>
            <a:r>
              <a:rPr dirty="0" sz="1650" spc="17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Manual</a:t>
            </a:r>
            <a:r>
              <a:rPr dirty="0" sz="1650" spc="2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monitoring</a:t>
            </a:r>
            <a:r>
              <a:rPr dirty="0" sz="1650" spc="20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is</a:t>
            </a:r>
            <a:r>
              <a:rPr dirty="0" sz="1650" spc="1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75">
                <a:solidFill>
                  <a:srgbClr val="001F60"/>
                </a:solidFill>
                <a:latin typeface="Times New Roman"/>
                <a:cs typeface="Times New Roman"/>
              </a:rPr>
              <a:t>inefficient, </a:t>
            </a:r>
            <a:r>
              <a:rPr dirty="0" sz="1650" spc="-90">
                <a:solidFill>
                  <a:srgbClr val="001F60"/>
                </a:solidFill>
                <a:latin typeface="Times New Roman"/>
                <a:cs typeface="Times New Roman"/>
              </a:rPr>
              <a:t>especially</a:t>
            </a:r>
            <a:r>
              <a:rPr dirty="0" sz="1650" spc="14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on</a:t>
            </a:r>
            <a:r>
              <a:rPr dirty="0" sz="1650" spc="3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large</a:t>
            </a:r>
            <a:r>
              <a:rPr dirty="0" sz="1650" spc="229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campuses.</a:t>
            </a:r>
            <a:r>
              <a:rPr dirty="0" sz="1650" spc="21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1650" spc="3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overcome</a:t>
            </a:r>
            <a:r>
              <a:rPr dirty="0" sz="1650" spc="24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this,</a:t>
            </a:r>
            <a:r>
              <a:rPr dirty="0" sz="1650" spc="27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we</a:t>
            </a:r>
            <a:r>
              <a:rPr dirty="0" sz="1650" spc="24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propose</a:t>
            </a:r>
            <a:r>
              <a:rPr dirty="0" sz="1650" spc="26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</a:t>
            </a:r>
            <a:r>
              <a:rPr dirty="0" sz="1650" spc="37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30">
                <a:solidFill>
                  <a:srgbClr val="001F60"/>
                </a:solidFill>
                <a:latin typeface="Times New Roman"/>
                <a:cs typeface="Times New Roman"/>
              </a:rPr>
              <a:t>web-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based</a:t>
            </a:r>
            <a:r>
              <a:rPr dirty="0" sz="1650" spc="26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smart</a:t>
            </a:r>
            <a:r>
              <a:rPr dirty="0" sz="1650" spc="2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classroom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supervision</a:t>
            </a:r>
            <a:r>
              <a:rPr dirty="0" sz="1650" spc="20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system</a:t>
            </a:r>
            <a:r>
              <a:rPr dirty="0" sz="1650" spc="1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using</a:t>
            </a:r>
            <a:r>
              <a:rPr dirty="0" sz="1650" spc="20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Python,</a:t>
            </a:r>
            <a:r>
              <a:rPr dirty="0" sz="1650" spc="21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OpenCV,</a:t>
            </a:r>
            <a:r>
              <a:rPr dirty="0" sz="1650" spc="20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Flask,</a:t>
            </a:r>
            <a:r>
              <a:rPr dirty="0" sz="1650" spc="20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face</a:t>
            </a:r>
            <a:r>
              <a:rPr dirty="0" sz="1650" spc="6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60">
                <a:solidFill>
                  <a:srgbClr val="001F60"/>
                </a:solidFill>
                <a:latin typeface="Times New Roman"/>
                <a:cs typeface="Times New Roman"/>
              </a:rPr>
              <a:t>recognition</a:t>
            </a:r>
            <a:r>
              <a:rPr dirty="0" sz="1650" spc="1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70">
                <a:solidFill>
                  <a:srgbClr val="001F60"/>
                </a:solidFill>
                <a:latin typeface="Times New Roman"/>
                <a:cs typeface="Times New Roman"/>
              </a:rPr>
              <a:t>libraries,</a:t>
            </a:r>
            <a:r>
              <a:rPr dirty="0" sz="1650" spc="-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650" spc="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0">
                <a:solidFill>
                  <a:srgbClr val="001F60"/>
                </a:solidFill>
                <a:latin typeface="Times New Roman"/>
                <a:cs typeface="Times New Roman"/>
              </a:rPr>
              <a:t>Twilio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SMS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API.</a:t>
            </a:r>
            <a:r>
              <a:rPr dirty="0" sz="1650" spc="20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</a:t>
            </a:r>
            <a:r>
              <a:rPr dirty="0" sz="1650" spc="18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webcam</a:t>
            </a:r>
            <a:r>
              <a:rPr dirty="0" sz="1650" spc="1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module</a:t>
            </a:r>
            <a:r>
              <a:rPr dirty="0" sz="1650" spc="19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detects</a:t>
            </a:r>
            <a:r>
              <a:rPr dirty="0" sz="1650" spc="1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the</a:t>
            </a:r>
            <a:r>
              <a:rPr dirty="0" sz="1650" spc="19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0">
                <a:solidFill>
                  <a:srgbClr val="001F60"/>
                </a:solidFill>
                <a:latin typeface="Times New Roman"/>
                <a:cs typeface="Times New Roman"/>
              </a:rPr>
              <a:t>presence</a:t>
            </a:r>
            <a:r>
              <a:rPr dirty="0" sz="1650" spc="13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of</a:t>
            </a:r>
            <a:r>
              <a:rPr dirty="0" sz="1650" spc="20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0">
                <a:solidFill>
                  <a:srgbClr val="001F60"/>
                </a:solidFill>
                <a:latin typeface="Times New Roman"/>
                <a:cs typeface="Times New Roman"/>
              </a:rPr>
              <a:t>registered</a:t>
            </a:r>
            <a:r>
              <a:rPr dirty="0" sz="1650" spc="1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faculty</a:t>
            </a:r>
            <a:r>
              <a:rPr dirty="0" sz="1650" spc="14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in</a:t>
            </a:r>
            <a:r>
              <a:rPr dirty="0" sz="1650" spc="19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real</a:t>
            </a:r>
            <a:r>
              <a:rPr dirty="0" sz="1650" spc="17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time</a:t>
            </a:r>
            <a:r>
              <a:rPr dirty="0" sz="1650" spc="16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through</a:t>
            </a:r>
            <a:r>
              <a:rPr dirty="0" sz="1650" spc="19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face </a:t>
            </a:r>
            <a:r>
              <a:rPr dirty="0" sz="1650" spc="-40">
                <a:solidFill>
                  <a:srgbClr val="001F60"/>
                </a:solidFill>
                <a:latin typeface="Times New Roman"/>
                <a:cs typeface="Times New Roman"/>
              </a:rPr>
              <a:t>recognition.</a:t>
            </a:r>
            <a:r>
              <a:rPr dirty="0" sz="1650" spc="9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The</a:t>
            </a:r>
            <a:r>
              <a:rPr dirty="0" sz="1650" spc="1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system</a:t>
            </a:r>
            <a:r>
              <a:rPr dirty="0" sz="1650" spc="8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is</a:t>
            </a:r>
            <a:r>
              <a:rPr dirty="0" sz="1650" spc="9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linked</a:t>
            </a:r>
            <a:r>
              <a:rPr dirty="0" sz="1650" spc="10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1650" spc="1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the</a:t>
            </a:r>
            <a:r>
              <a:rPr dirty="0" sz="1650" spc="1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35">
                <a:solidFill>
                  <a:srgbClr val="001F60"/>
                </a:solidFill>
                <a:latin typeface="Times New Roman"/>
                <a:cs typeface="Times New Roman"/>
              </a:rPr>
              <a:t>institution's</a:t>
            </a:r>
            <a:r>
              <a:rPr dirty="0" sz="1650" spc="9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class</a:t>
            </a:r>
            <a:r>
              <a:rPr dirty="0" sz="1650" spc="6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timetable,</a:t>
            </a:r>
            <a:r>
              <a:rPr dirty="0" sz="1650" spc="1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sending</a:t>
            </a:r>
            <a:r>
              <a:rPr dirty="0" sz="1650" spc="9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automated</a:t>
            </a:r>
            <a:r>
              <a:rPr dirty="0" sz="1650" spc="13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SMS </a:t>
            </a:r>
            <a:r>
              <a:rPr dirty="0" sz="1650" spc="-75">
                <a:solidFill>
                  <a:srgbClr val="001F60"/>
                </a:solidFill>
                <a:latin typeface="Times New Roman"/>
                <a:cs typeface="Times New Roman"/>
              </a:rPr>
              <a:t>reminders</a:t>
            </a:r>
            <a:r>
              <a:rPr dirty="0" sz="1650" spc="-3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1650" spc="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85">
                <a:solidFill>
                  <a:srgbClr val="001F60"/>
                </a:solidFill>
                <a:latin typeface="Times New Roman"/>
                <a:cs typeface="Times New Roman"/>
              </a:rPr>
              <a:t>faculty</a:t>
            </a:r>
            <a:r>
              <a:rPr dirty="0" sz="1650" spc="-1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80">
                <a:solidFill>
                  <a:srgbClr val="001F60"/>
                </a:solidFill>
                <a:latin typeface="Times New Roman"/>
                <a:cs typeface="Times New Roman"/>
              </a:rPr>
              <a:t>before</a:t>
            </a:r>
            <a:r>
              <a:rPr dirty="0" sz="1650" spc="-1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5">
                <a:solidFill>
                  <a:srgbClr val="001F60"/>
                </a:solidFill>
                <a:latin typeface="Times New Roman"/>
                <a:cs typeface="Times New Roman"/>
              </a:rPr>
              <a:t>their</a:t>
            </a:r>
            <a:r>
              <a:rPr dirty="0" sz="1650" spc="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95">
                <a:solidFill>
                  <a:srgbClr val="001F60"/>
                </a:solidFill>
                <a:latin typeface="Times New Roman"/>
                <a:cs typeface="Times New Roman"/>
              </a:rPr>
              <a:t>scheduled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35">
                <a:solidFill>
                  <a:srgbClr val="001F60"/>
                </a:solidFill>
                <a:latin typeface="Times New Roman"/>
                <a:cs typeface="Times New Roman"/>
              </a:rPr>
              <a:t>classes</a:t>
            </a:r>
            <a:r>
              <a:rPr dirty="0" sz="1650" spc="3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1650" spc="1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70">
                <a:solidFill>
                  <a:srgbClr val="001F60"/>
                </a:solidFill>
                <a:latin typeface="Times New Roman"/>
                <a:cs typeface="Times New Roman"/>
              </a:rPr>
              <a:t>improve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65">
                <a:solidFill>
                  <a:srgbClr val="001F60"/>
                </a:solidFill>
                <a:latin typeface="Times New Roman"/>
                <a:cs typeface="Times New Roman"/>
              </a:rPr>
              <a:t>punctuality.</a:t>
            </a:r>
            <a:r>
              <a:rPr dirty="0" sz="1650" spc="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</a:t>
            </a:r>
            <a:r>
              <a:rPr dirty="0" sz="1650" spc="5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0">
                <a:solidFill>
                  <a:srgbClr val="001F60"/>
                </a:solidFill>
                <a:latin typeface="Times New Roman"/>
                <a:cs typeface="Times New Roman"/>
              </a:rPr>
              <a:t>web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 dashboard</a:t>
            </a:r>
            <a:r>
              <a:rPr dirty="0" sz="1650" spc="7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0">
                <a:solidFill>
                  <a:srgbClr val="001F60"/>
                </a:solidFill>
                <a:latin typeface="Times New Roman"/>
                <a:cs typeface="Times New Roman"/>
              </a:rPr>
              <a:t>displays 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the</a:t>
            </a:r>
            <a:r>
              <a:rPr dirty="0" sz="1650" spc="-8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current</a:t>
            </a:r>
            <a:r>
              <a:rPr dirty="0" sz="1650" spc="-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55">
                <a:solidFill>
                  <a:srgbClr val="001F60"/>
                </a:solidFill>
                <a:latin typeface="Times New Roman"/>
                <a:cs typeface="Times New Roman"/>
              </a:rPr>
              <a:t>status</a:t>
            </a:r>
            <a:r>
              <a:rPr dirty="0" sz="1650" spc="-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90">
                <a:solidFill>
                  <a:srgbClr val="001F60"/>
                </a:solidFill>
                <a:latin typeface="Times New Roman"/>
                <a:cs typeface="Times New Roman"/>
              </a:rPr>
              <a:t>of</a:t>
            </a:r>
            <a:r>
              <a:rPr dirty="0" sz="1650" spc="-1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95">
                <a:solidFill>
                  <a:srgbClr val="001F60"/>
                </a:solidFill>
                <a:latin typeface="Times New Roman"/>
                <a:cs typeface="Times New Roman"/>
              </a:rPr>
              <a:t>classrooms</a:t>
            </a:r>
            <a:r>
              <a:rPr dirty="0" sz="1650" spc="-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0">
                <a:solidFill>
                  <a:srgbClr val="001F60"/>
                </a:solidFill>
                <a:latin typeface="Times New Roman"/>
                <a:cs typeface="Times New Roman"/>
              </a:rPr>
              <a:t>using</a:t>
            </a:r>
            <a:r>
              <a:rPr dirty="0" sz="1650" spc="-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5">
                <a:solidFill>
                  <a:srgbClr val="001F60"/>
                </a:solidFill>
                <a:latin typeface="Times New Roman"/>
                <a:cs typeface="Times New Roman"/>
              </a:rPr>
              <a:t>green</a:t>
            </a:r>
            <a:r>
              <a:rPr dirty="0" sz="1650" spc="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or</a:t>
            </a:r>
            <a:r>
              <a:rPr dirty="0" sz="1650" spc="6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5">
                <a:solidFill>
                  <a:srgbClr val="001F60"/>
                </a:solidFill>
                <a:latin typeface="Times New Roman"/>
                <a:cs typeface="Times New Roman"/>
              </a:rPr>
              <a:t>red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70">
                <a:solidFill>
                  <a:srgbClr val="001F60"/>
                </a:solidFill>
                <a:latin typeface="Times New Roman"/>
                <a:cs typeface="Times New Roman"/>
              </a:rPr>
              <a:t>indicators,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10">
                <a:solidFill>
                  <a:srgbClr val="001F60"/>
                </a:solidFill>
                <a:latin typeface="Times New Roman"/>
                <a:cs typeface="Times New Roman"/>
              </a:rPr>
              <a:t>helping</a:t>
            </a:r>
            <a:r>
              <a:rPr dirty="0" sz="1650" spc="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55">
                <a:solidFill>
                  <a:srgbClr val="001F60"/>
                </a:solidFill>
                <a:latin typeface="Times New Roman"/>
                <a:cs typeface="Times New Roman"/>
              </a:rPr>
              <a:t>administrators</a:t>
            </a:r>
            <a:r>
              <a:rPr dirty="0" sz="1650" spc="-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monitor</a:t>
            </a:r>
            <a:r>
              <a:rPr dirty="0" sz="1650" spc="3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0">
                <a:solidFill>
                  <a:srgbClr val="001F60"/>
                </a:solidFill>
                <a:latin typeface="Times New Roman"/>
                <a:cs typeface="Times New Roman"/>
              </a:rPr>
              <a:t>multiple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rooms</a:t>
            </a:r>
            <a:r>
              <a:rPr dirty="0" sz="1650" spc="19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20">
                <a:solidFill>
                  <a:srgbClr val="001F60"/>
                </a:solidFill>
                <a:latin typeface="Times New Roman"/>
                <a:cs typeface="Times New Roman"/>
              </a:rPr>
              <a:t>efficiently.</a:t>
            </a:r>
            <a:r>
              <a:rPr dirty="0" sz="1650" spc="1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The</a:t>
            </a:r>
            <a:r>
              <a:rPr dirty="0" sz="1650" spc="20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5">
                <a:solidFill>
                  <a:srgbClr val="001F60"/>
                </a:solidFill>
                <a:latin typeface="Times New Roman"/>
                <a:cs typeface="Times New Roman"/>
              </a:rPr>
              <a:t>system</a:t>
            </a:r>
            <a:r>
              <a:rPr dirty="0" sz="1650" spc="11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001F60"/>
                </a:solidFill>
                <a:latin typeface="Times New Roman"/>
                <a:cs typeface="Times New Roman"/>
              </a:rPr>
              <a:t>ensures</a:t>
            </a:r>
            <a:r>
              <a:rPr dirty="0" sz="1650" spc="15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40">
                <a:solidFill>
                  <a:srgbClr val="001F60"/>
                </a:solidFill>
                <a:latin typeface="Times New Roman"/>
                <a:cs typeface="Times New Roman"/>
              </a:rPr>
              <a:t>non-</a:t>
            </a:r>
            <a:r>
              <a:rPr dirty="0" sz="1650" spc="-45">
                <a:solidFill>
                  <a:srgbClr val="001F60"/>
                </a:solidFill>
                <a:latin typeface="Times New Roman"/>
                <a:cs typeface="Times New Roman"/>
              </a:rPr>
              <a:t>intrusive</a:t>
            </a:r>
            <a:r>
              <a:rPr dirty="0" sz="1650" spc="14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650" spc="21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10">
                <a:solidFill>
                  <a:srgbClr val="001F60"/>
                </a:solidFill>
                <a:latin typeface="Times New Roman"/>
                <a:cs typeface="Times New Roman"/>
              </a:rPr>
              <a:t>privacy-</a:t>
            </a:r>
            <a:r>
              <a:rPr dirty="0" sz="1650" spc="-60">
                <a:solidFill>
                  <a:srgbClr val="001F60"/>
                </a:solidFill>
                <a:latin typeface="Times New Roman"/>
                <a:cs typeface="Times New Roman"/>
              </a:rPr>
              <a:t>respecting</a:t>
            </a:r>
            <a:r>
              <a:rPr dirty="0" sz="1650" spc="1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75">
                <a:solidFill>
                  <a:srgbClr val="001F60"/>
                </a:solidFill>
                <a:latin typeface="Times New Roman"/>
                <a:cs typeface="Times New Roman"/>
              </a:rPr>
              <a:t>monitoring—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no</a:t>
            </a:r>
            <a:r>
              <a:rPr dirty="0" sz="1650" spc="24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video </a:t>
            </a:r>
            <a:r>
              <a:rPr dirty="0" sz="1650" spc="-85">
                <a:solidFill>
                  <a:srgbClr val="001F60"/>
                </a:solidFill>
                <a:latin typeface="Times New Roman"/>
                <a:cs typeface="Times New Roman"/>
              </a:rPr>
              <a:t>recordings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are</a:t>
            </a:r>
            <a:r>
              <a:rPr dirty="0" sz="1650" spc="-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60">
                <a:solidFill>
                  <a:srgbClr val="001F60"/>
                </a:solidFill>
                <a:latin typeface="Times New Roman"/>
                <a:cs typeface="Times New Roman"/>
              </a:rPr>
              <a:t>stored.</a:t>
            </a:r>
            <a:r>
              <a:rPr dirty="0" sz="1650" spc="-4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85">
                <a:solidFill>
                  <a:srgbClr val="001F60"/>
                </a:solidFill>
                <a:latin typeface="Times New Roman"/>
                <a:cs typeface="Times New Roman"/>
              </a:rPr>
              <a:t>This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55">
                <a:solidFill>
                  <a:srgbClr val="001F60"/>
                </a:solidFill>
                <a:latin typeface="Times New Roman"/>
                <a:cs typeface="Times New Roman"/>
              </a:rPr>
              <a:t>solution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is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20">
                <a:solidFill>
                  <a:srgbClr val="001F60"/>
                </a:solidFill>
                <a:latin typeface="Times New Roman"/>
                <a:cs typeface="Times New Roman"/>
              </a:rPr>
              <a:t>efficient,</a:t>
            </a:r>
            <a:r>
              <a:rPr dirty="0" sz="1650" spc="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95">
                <a:solidFill>
                  <a:srgbClr val="001F60"/>
                </a:solidFill>
                <a:latin typeface="Times New Roman"/>
                <a:cs typeface="Times New Roman"/>
              </a:rPr>
              <a:t>scalable,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650" spc="9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70">
                <a:solidFill>
                  <a:srgbClr val="001F60"/>
                </a:solidFill>
                <a:latin typeface="Times New Roman"/>
                <a:cs typeface="Times New Roman"/>
              </a:rPr>
              <a:t>well-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suited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for</a:t>
            </a:r>
            <a:r>
              <a:rPr dirty="0" sz="1650" spc="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modern</a:t>
            </a:r>
            <a:r>
              <a:rPr dirty="0" sz="1650" spc="3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75">
                <a:solidFill>
                  <a:srgbClr val="001F60"/>
                </a:solidFill>
                <a:latin typeface="Times New Roman"/>
                <a:cs typeface="Times New Roman"/>
              </a:rPr>
              <a:t>campuses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aiming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1650" spc="65">
                <a:solidFill>
                  <a:srgbClr val="001F60"/>
                </a:solidFill>
                <a:latin typeface="Times New Roman"/>
                <a:cs typeface="Times New Roman"/>
              </a:rPr>
              <a:t> 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improve</a:t>
            </a:r>
            <a:r>
              <a:rPr dirty="0" sz="1650" spc="4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classroom</a:t>
            </a:r>
            <a:r>
              <a:rPr dirty="0" sz="1650" spc="4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supervision</a:t>
            </a:r>
            <a:r>
              <a:rPr dirty="0" sz="1650" spc="47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650" spc="55">
                <a:solidFill>
                  <a:srgbClr val="001F60"/>
                </a:solidFill>
                <a:latin typeface="Times New Roman"/>
                <a:cs typeface="Times New Roman"/>
              </a:rPr>
              <a:t> 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teaching</a:t>
            </a:r>
            <a:r>
              <a:rPr dirty="0" sz="1650" spc="49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quality</a:t>
            </a:r>
            <a:r>
              <a:rPr dirty="0" sz="1650" spc="44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through</a:t>
            </a:r>
            <a:r>
              <a:rPr dirty="0" sz="1650" spc="50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automation</a:t>
            </a:r>
            <a:r>
              <a:rPr dirty="0" sz="1650" spc="48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650" spc="55">
                <a:solidFill>
                  <a:srgbClr val="001F60"/>
                </a:solidFill>
                <a:latin typeface="Times New Roman"/>
                <a:cs typeface="Times New Roman"/>
              </a:rPr>
              <a:t> 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smart technologies.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7668"/>
            <a:ext cx="2979420" cy="5659120"/>
          </a:xfrm>
          <a:custGeom>
            <a:avLst/>
            <a:gdLst/>
            <a:ahLst/>
            <a:cxnLst/>
            <a:rect l="l" t="t" r="r" b="b"/>
            <a:pathLst>
              <a:path w="2979420" h="5659120">
                <a:moveTo>
                  <a:pt x="2979407" y="0"/>
                </a:moveTo>
                <a:lnTo>
                  <a:pt x="0" y="0"/>
                </a:lnTo>
                <a:lnTo>
                  <a:pt x="0" y="2679192"/>
                </a:lnTo>
                <a:lnTo>
                  <a:pt x="0" y="2979407"/>
                </a:lnTo>
                <a:lnTo>
                  <a:pt x="0" y="5658599"/>
                </a:lnTo>
                <a:lnTo>
                  <a:pt x="2979407" y="5658599"/>
                </a:lnTo>
                <a:lnTo>
                  <a:pt x="2931134" y="5658218"/>
                </a:lnTo>
                <a:lnTo>
                  <a:pt x="2883052" y="5657075"/>
                </a:lnTo>
                <a:lnTo>
                  <a:pt x="2835148" y="5655170"/>
                </a:lnTo>
                <a:lnTo>
                  <a:pt x="2787446" y="5652516"/>
                </a:lnTo>
                <a:lnTo>
                  <a:pt x="2739936" y="5649112"/>
                </a:lnTo>
                <a:lnTo>
                  <a:pt x="2692641" y="5644972"/>
                </a:lnTo>
                <a:lnTo>
                  <a:pt x="2645562" y="5640095"/>
                </a:lnTo>
                <a:lnTo>
                  <a:pt x="2598699" y="5634494"/>
                </a:lnTo>
                <a:lnTo>
                  <a:pt x="2552065" y="5628157"/>
                </a:lnTo>
                <a:lnTo>
                  <a:pt x="2505659" y="5621121"/>
                </a:lnTo>
                <a:lnTo>
                  <a:pt x="2459482" y="5613362"/>
                </a:lnTo>
                <a:lnTo>
                  <a:pt x="2413558" y="5604903"/>
                </a:lnTo>
                <a:lnTo>
                  <a:pt x="2367877" y="5595734"/>
                </a:lnTo>
                <a:lnTo>
                  <a:pt x="2322449" y="5585879"/>
                </a:lnTo>
                <a:lnTo>
                  <a:pt x="2277275" y="5575338"/>
                </a:lnTo>
                <a:lnTo>
                  <a:pt x="2232380" y="5564111"/>
                </a:lnTo>
                <a:lnTo>
                  <a:pt x="2187740" y="5552211"/>
                </a:lnTo>
                <a:lnTo>
                  <a:pt x="2143391" y="5539638"/>
                </a:lnTo>
                <a:lnTo>
                  <a:pt x="2099322" y="5526392"/>
                </a:lnTo>
                <a:lnTo>
                  <a:pt x="2055533" y="5512498"/>
                </a:lnTo>
                <a:lnTo>
                  <a:pt x="2012048" y="5497944"/>
                </a:lnTo>
                <a:lnTo>
                  <a:pt x="1968855" y="5482742"/>
                </a:lnTo>
                <a:lnTo>
                  <a:pt x="1925980" y="5466905"/>
                </a:lnTo>
                <a:lnTo>
                  <a:pt x="1883410" y="5450421"/>
                </a:lnTo>
                <a:lnTo>
                  <a:pt x="1841157" y="5433314"/>
                </a:lnTo>
                <a:lnTo>
                  <a:pt x="1799221" y="5415585"/>
                </a:lnTo>
                <a:lnTo>
                  <a:pt x="1757629" y="5397233"/>
                </a:lnTo>
                <a:lnTo>
                  <a:pt x="1716354" y="5378272"/>
                </a:lnTo>
                <a:lnTo>
                  <a:pt x="1675434" y="5358689"/>
                </a:lnTo>
                <a:lnTo>
                  <a:pt x="1634858" y="5338521"/>
                </a:lnTo>
                <a:lnTo>
                  <a:pt x="1594637" y="5317756"/>
                </a:lnTo>
                <a:lnTo>
                  <a:pt x="1554759" y="5296395"/>
                </a:lnTo>
                <a:lnTo>
                  <a:pt x="1515262" y="5274449"/>
                </a:lnTo>
                <a:lnTo>
                  <a:pt x="1476133" y="5251920"/>
                </a:lnTo>
                <a:lnTo>
                  <a:pt x="1437373" y="5228831"/>
                </a:lnTo>
                <a:lnTo>
                  <a:pt x="1398993" y="5205171"/>
                </a:lnTo>
                <a:lnTo>
                  <a:pt x="1361008" y="5180939"/>
                </a:lnTo>
                <a:lnTo>
                  <a:pt x="1323403" y="5156162"/>
                </a:lnTo>
                <a:lnTo>
                  <a:pt x="1286205" y="5130838"/>
                </a:lnTo>
                <a:lnTo>
                  <a:pt x="1249413" y="5104955"/>
                </a:lnTo>
                <a:lnTo>
                  <a:pt x="1213040" y="5078552"/>
                </a:lnTo>
                <a:lnTo>
                  <a:pt x="1177074" y="5051603"/>
                </a:lnTo>
                <a:lnTo>
                  <a:pt x="1141526" y="5024132"/>
                </a:lnTo>
                <a:lnTo>
                  <a:pt x="1106411" y="4996142"/>
                </a:lnTo>
                <a:lnTo>
                  <a:pt x="1071727" y="4967643"/>
                </a:lnTo>
                <a:lnTo>
                  <a:pt x="1037475" y="4938623"/>
                </a:lnTo>
                <a:lnTo>
                  <a:pt x="1003681" y="4909109"/>
                </a:lnTo>
                <a:lnTo>
                  <a:pt x="970330" y="4879086"/>
                </a:lnTo>
                <a:lnTo>
                  <a:pt x="937437" y="4848580"/>
                </a:lnTo>
                <a:lnTo>
                  <a:pt x="905014" y="4817592"/>
                </a:lnTo>
                <a:lnTo>
                  <a:pt x="873048" y="4786109"/>
                </a:lnTo>
                <a:lnTo>
                  <a:pt x="841565" y="4754169"/>
                </a:lnTo>
                <a:lnTo>
                  <a:pt x="810564" y="4721745"/>
                </a:lnTo>
                <a:lnTo>
                  <a:pt x="780046" y="4688865"/>
                </a:lnTo>
                <a:lnTo>
                  <a:pt x="750011" y="4655528"/>
                </a:lnTo>
                <a:lnTo>
                  <a:pt x="720483" y="4621746"/>
                </a:lnTo>
                <a:lnTo>
                  <a:pt x="691451" y="4587506"/>
                </a:lnTo>
                <a:lnTo>
                  <a:pt x="662940" y="4552835"/>
                </a:lnTo>
                <a:lnTo>
                  <a:pt x="634936" y="4517720"/>
                </a:lnTo>
                <a:lnTo>
                  <a:pt x="607453" y="4482185"/>
                </a:lnTo>
                <a:lnTo>
                  <a:pt x="580491" y="4446219"/>
                </a:lnTo>
                <a:lnTo>
                  <a:pt x="554062" y="4409846"/>
                </a:lnTo>
                <a:lnTo>
                  <a:pt x="528180" y="4373054"/>
                </a:lnTo>
                <a:lnTo>
                  <a:pt x="502831" y="4335856"/>
                </a:lnTo>
                <a:lnTo>
                  <a:pt x="478040" y="4298264"/>
                </a:lnTo>
                <a:lnTo>
                  <a:pt x="453796" y="4260278"/>
                </a:lnTo>
                <a:lnTo>
                  <a:pt x="430123" y="4221899"/>
                </a:lnTo>
                <a:lnTo>
                  <a:pt x="407009" y="4183151"/>
                </a:lnTo>
                <a:lnTo>
                  <a:pt x="384479" y="4144010"/>
                </a:lnTo>
                <a:lnTo>
                  <a:pt x="362521" y="4104513"/>
                </a:lnTo>
                <a:lnTo>
                  <a:pt x="341147" y="4064635"/>
                </a:lnTo>
                <a:lnTo>
                  <a:pt x="320357" y="4024414"/>
                </a:lnTo>
                <a:lnTo>
                  <a:pt x="300164" y="3983825"/>
                </a:lnTo>
                <a:lnTo>
                  <a:pt x="280581" y="3942905"/>
                </a:lnTo>
                <a:lnTo>
                  <a:pt x="261607" y="3901630"/>
                </a:lnTo>
                <a:lnTo>
                  <a:pt x="243230" y="3860025"/>
                </a:lnTo>
                <a:lnTo>
                  <a:pt x="225488" y="3818077"/>
                </a:lnTo>
                <a:lnTo>
                  <a:pt x="208368" y="3775824"/>
                </a:lnTo>
                <a:lnTo>
                  <a:pt x="191871" y="3733241"/>
                </a:lnTo>
                <a:lnTo>
                  <a:pt x="176022" y="3690340"/>
                </a:lnTo>
                <a:lnTo>
                  <a:pt x="160807" y="3647148"/>
                </a:lnTo>
                <a:lnTo>
                  <a:pt x="146240" y="3603637"/>
                </a:lnTo>
                <a:lnTo>
                  <a:pt x="132334" y="3559848"/>
                </a:lnTo>
                <a:lnTo>
                  <a:pt x="119087" y="3515753"/>
                </a:lnTo>
                <a:lnTo>
                  <a:pt x="106502" y="3471380"/>
                </a:lnTo>
                <a:lnTo>
                  <a:pt x="94589" y="3426726"/>
                </a:lnTo>
                <a:lnTo>
                  <a:pt x="83350" y="3381806"/>
                </a:lnTo>
                <a:lnTo>
                  <a:pt x="72796" y="3336620"/>
                </a:lnTo>
                <a:lnTo>
                  <a:pt x="62928" y="3291167"/>
                </a:lnTo>
                <a:lnTo>
                  <a:pt x="53759" y="3245459"/>
                </a:lnTo>
                <a:lnTo>
                  <a:pt x="45288" y="3199511"/>
                </a:lnTo>
                <a:lnTo>
                  <a:pt x="37528" y="3153308"/>
                </a:lnTo>
                <a:lnTo>
                  <a:pt x="30467" y="3106877"/>
                </a:lnTo>
                <a:lnTo>
                  <a:pt x="24130" y="3060204"/>
                </a:lnTo>
                <a:lnTo>
                  <a:pt x="18529" y="3013303"/>
                </a:lnTo>
                <a:lnTo>
                  <a:pt x="13639" y="2966186"/>
                </a:lnTo>
                <a:lnTo>
                  <a:pt x="9499" y="2918866"/>
                </a:lnTo>
                <a:lnTo>
                  <a:pt x="6096" y="2871317"/>
                </a:lnTo>
                <a:lnTo>
                  <a:pt x="3746" y="2829369"/>
                </a:lnTo>
                <a:lnTo>
                  <a:pt x="6096" y="2787446"/>
                </a:lnTo>
                <a:lnTo>
                  <a:pt x="9499" y="2739936"/>
                </a:lnTo>
                <a:lnTo>
                  <a:pt x="13639" y="2692641"/>
                </a:lnTo>
                <a:lnTo>
                  <a:pt x="18529" y="2645562"/>
                </a:lnTo>
                <a:lnTo>
                  <a:pt x="24130" y="2598699"/>
                </a:lnTo>
                <a:lnTo>
                  <a:pt x="30467" y="2552065"/>
                </a:lnTo>
                <a:lnTo>
                  <a:pt x="37528" y="2505659"/>
                </a:lnTo>
                <a:lnTo>
                  <a:pt x="45288" y="2459482"/>
                </a:lnTo>
                <a:lnTo>
                  <a:pt x="53759" y="2413558"/>
                </a:lnTo>
                <a:lnTo>
                  <a:pt x="62928" y="2367877"/>
                </a:lnTo>
                <a:lnTo>
                  <a:pt x="72796" y="2322449"/>
                </a:lnTo>
                <a:lnTo>
                  <a:pt x="83350" y="2277275"/>
                </a:lnTo>
                <a:lnTo>
                  <a:pt x="94589" y="2232380"/>
                </a:lnTo>
                <a:lnTo>
                  <a:pt x="106502" y="2187740"/>
                </a:lnTo>
                <a:lnTo>
                  <a:pt x="119087" y="2143391"/>
                </a:lnTo>
                <a:lnTo>
                  <a:pt x="132334" y="2099322"/>
                </a:lnTo>
                <a:lnTo>
                  <a:pt x="146240" y="2055533"/>
                </a:lnTo>
                <a:lnTo>
                  <a:pt x="160807" y="2012048"/>
                </a:lnTo>
                <a:lnTo>
                  <a:pt x="176022" y="1968855"/>
                </a:lnTo>
                <a:lnTo>
                  <a:pt x="191871" y="1925980"/>
                </a:lnTo>
                <a:lnTo>
                  <a:pt x="208368" y="1883410"/>
                </a:lnTo>
                <a:lnTo>
                  <a:pt x="225488" y="1841157"/>
                </a:lnTo>
                <a:lnTo>
                  <a:pt x="243230" y="1799221"/>
                </a:lnTo>
                <a:lnTo>
                  <a:pt x="261607" y="1757629"/>
                </a:lnTo>
                <a:lnTo>
                  <a:pt x="280581" y="1716354"/>
                </a:lnTo>
                <a:lnTo>
                  <a:pt x="300164" y="1675434"/>
                </a:lnTo>
                <a:lnTo>
                  <a:pt x="320357" y="1634858"/>
                </a:lnTo>
                <a:lnTo>
                  <a:pt x="341147" y="1594637"/>
                </a:lnTo>
                <a:lnTo>
                  <a:pt x="362521" y="1554759"/>
                </a:lnTo>
                <a:lnTo>
                  <a:pt x="384479" y="1515262"/>
                </a:lnTo>
                <a:lnTo>
                  <a:pt x="407009" y="1476133"/>
                </a:lnTo>
                <a:lnTo>
                  <a:pt x="430123" y="1437373"/>
                </a:lnTo>
                <a:lnTo>
                  <a:pt x="453796" y="1398993"/>
                </a:lnTo>
                <a:lnTo>
                  <a:pt x="478040" y="1361008"/>
                </a:lnTo>
                <a:lnTo>
                  <a:pt x="502831" y="1323403"/>
                </a:lnTo>
                <a:lnTo>
                  <a:pt x="528180" y="1286205"/>
                </a:lnTo>
                <a:lnTo>
                  <a:pt x="554062" y="1249413"/>
                </a:lnTo>
                <a:lnTo>
                  <a:pt x="580491" y="1213040"/>
                </a:lnTo>
                <a:lnTo>
                  <a:pt x="607453" y="1177074"/>
                </a:lnTo>
                <a:lnTo>
                  <a:pt x="634936" y="1141526"/>
                </a:lnTo>
                <a:lnTo>
                  <a:pt x="662940" y="1106411"/>
                </a:lnTo>
                <a:lnTo>
                  <a:pt x="691451" y="1071727"/>
                </a:lnTo>
                <a:lnTo>
                  <a:pt x="720483" y="1037475"/>
                </a:lnTo>
                <a:lnTo>
                  <a:pt x="750011" y="1003681"/>
                </a:lnTo>
                <a:lnTo>
                  <a:pt x="780046" y="970330"/>
                </a:lnTo>
                <a:lnTo>
                  <a:pt x="810564" y="937437"/>
                </a:lnTo>
                <a:lnTo>
                  <a:pt x="841565" y="905014"/>
                </a:lnTo>
                <a:lnTo>
                  <a:pt x="873048" y="873048"/>
                </a:lnTo>
                <a:lnTo>
                  <a:pt x="905014" y="841565"/>
                </a:lnTo>
                <a:lnTo>
                  <a:pt x="937437" y="810564"/>
                </a:lnTo>
                <a:lnTo>
                  <a:pt x="970330" y="780046"/>
                </a:lnTo>
                <a:lnTo>
                  <a:pt x="1003681" y="750011"/>
                </a:lnTo>
                <a:lnTo>
                  <a:pt x="1037475" y="720483"/>
                </a:lnTo>
                <a:lnTo>
                  <a:pt x="1071727" y="691451"/>
                </a:lnTo>
                <a:lnTo>
                  <a:pt x="1106411" y="662940"/>
                </a:lnTo>
                <a:lnTo>
                  <a:pt x="1141526" y="634936"/>
                </a:lnTo>
                <a:lnTo>
                  <a:pt x="1177074" y="607453"/>
                </a:lnTo>
                <a:lnTo>
                  <a:pt x="1213040" y="580491"/>
                </a:lnTo>
                <a:lnTo>
                  <a:pt x="1249413" y="554062"/>
                </a:lnTo>
                <a:lnTo>
                  <a:pt x="1286205" y="528180"/>
                </a:lnTo>
                <a:lnTo>
                  <a:pt x="1323403" y="502831"/>
                </a:lnTo>
                <a:lnTo>
                  <a:pt x="1361008" y="478040"/>
                </a:lnTo>
                <a:lnTo>
                  <a:pt x="1398993" y="453796"/>
                </a:lnTo>
                <a:lnTo>
                  <a:pt x="1437373" y="430123"/>
                </a:lnTo>
                <a:lnTo>
                  <a:pt x="1476133" y="407009"/>
                </a:lnTo>
                <a:lnTo>
                  <a:pt x="1515262" y="384479"/>
                </a:lnTo>
                <a:lnTo>
                  <a:pt x="1554759" y="362521"/>
                </a:lnTo>
                <a:lnTo>
                  <a:pt x="1594637" y="341147"/>
                </a:lnTo>
                <a:lnTo>
                  <a:pt x="1634858" y="320357"/>
                </a:lnTo>
                <a:lnTo>
                  <a:pt x="1675434" y="300164"/>
                </a:lnTo>
                <a:lnTo>
                  <a:pt x="1716354" y="280581"/>
                </a:lnTo>
                <a:lnTo>
                  <a:pt x="1757629" y="261607"/>
                </a:lnTo>
                <a:lnTo>
                  <a:pt x="1799221" y="243230"/>
                </a:lnTo>
                <a:lnTo>
                  <a:pt x="1841157" y="225488"/>
                </a:lnTo>
                <a:lnTo>
                  <a:pt x="1883410" y="208368"/>
                </a:lnTo>
                <a:lnTo>
                  <a:pt x="1925980" y="191871"/>
                </a:lnTo>
                <a:lnTo>
                  <a:pt x="1968855" y="176022"/>
                </a:lnTo>
                <a:lnTo>
                  <a:pt x="2012048" y="160807"/>
                </a:lnTo>
                <a:lnTo>
                  <a:pt x="2055533" y="146240"/>
                </a:lnTo>
                <a:lnTo>
                  <a:pt x="2099322" y="132334"/>
                </a:lnTo>
                <a:lnTo>
                  <a:pt x="2143391" y="119087"/>
                </a:lnTo>
                <a:lnTo>
                  <a:pt x="2187740" y="106502"/>
                </a:lnTo>
                <a:lnTo>
                  <a:pt x="2232380" y="94589"/>
                </a:lnTo>
                <a:lnTo>
                  <a:pt x="2277275" y="83350"/>
                </a:lnTo>
                <a:lnTo>
                  <a:pt x="2322449" y="72796"/>
                </a:lnTo>
                <a:lnTo>
                  <a:pt x="2367877" y="62928"/>
                </a:lnTo>
                <a:lnTo>
                  <a:pt x="2413558" y="53759"/>
                </a:lnTo>
                <a:lnTo>
                  <a:pt x="2459482" y="45288"/>
                </a:lnTo>
                <a:lnTo>
                  <a:pt x="2505659" y="37528"/>
                </a:lnTo>
                <a:lnTo>
                  <a:pt x="2552065" y="30467"/>
                </a:lnTo>
                <a:lnTo>
                  <a:pt x="2598699" y="24130"/>
                </a:lnTo>
                <a:lnTo>
                  <a:pt x="2645562" y="18529"/>
                </a:lnTo>
                <a:lnTo>
                  <a:pt x="2692641" y="13639"/>
                </a:lnTo>
                <a:lnTo>
                  <a:pt x="2739936" y="9499"/>
                </a:lnTo>
                <a:lnTo>
                  <a:pt x="2787446" y="6096"/>
                </a:lnTo>
                <a:lnTo>
                  <a:pt x="2835148" y="3429"/>
                </a:lnTo>
                <a:lnTo>
                  <a:pt x="2883052" y="1524"/>
                </a:lnTo>
                <a:lnTo>
                  <a:pt x="2931134" y="381"/>
                </a:lnTo>
                <a:lnTo>
                  <a:pt x="2979407" y="0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288780" y="1057655"/>
            <a:ext cx="769620" cy="771525"/>
          </a:xfrm>
          <a:custGeom>
            <a:avLst/>
            <a:gdLst/>
            <a:ahLst/>
            <a:cxnLst/>
            <a:rect l="l" t="t" r="r" b="b"/>
            <a:pathLst>
              <a:path w="769620" h="771525">
                <a:moveTo>
                  <a:pt x="769619" y="771143"/>
                </a:moveTo>
                <a:lnTo>
                  <a:pt x="720932" y="769630"/>
                </a:lnTo>
                <a:lnTo>
                  <a:pt x="673051" y="765149"/>
                </a:lnTo>
                <a:lnTo>
                  <a:pt x="626067" y="757790"/>
                </a:lnTo>
                <a:lnTo>
                  <a:pt x="580070" y="747642"/>
                </a:lnTo>
                <a:lnTo>
                  <a:pt x="535150" y="734795"/>
                </a:lnTo>
                <a:lnTo>
                  <a:pt x="491397" y="719339"/>
                </a:lnTo>
                <a:lnTo>
                  <a:pt x="448901" y="701362"/>
                </a:lnTo>
                <a:lnTo>
                  <a:pt x="407752" y="680955"/>
                </a:lnTo>
                <a:lnTo>
                  <a:pt x="368040" y="658207"/>
                </a:lnTo>
                <a:lnTo>
                  <a:pt x="329855" y="633207"/>
                </a:lnTo>
                <a:lnTo>
                  <a:pt x="293287" y="606044"/>
                </a:lnTo>
                <a:lnTo>
                  <a:pt x="258425" y="576810"/>
                </a:lnTo>
                <a:lnTo>
                  <a:pt x="225361" y="545591"/>
                </a:lnTo>
                <a:lnTo>
                  <a:pt x="194183" y="512480"/>
                </a:lnTo>
                <a:lnTo>
                  <a:pt x="164983" y="477564"/>
                </a:lnTo>
                <a:lnTo>
                  <a:pt x="137850" y="440933"/>
                </a:lnTo>
                <a:lnTo>
                  <a:pt x="112873" y="402677"/>
                </a:lnTo>
                <a:lnTo>
                  <a:pt x="90144" y="362885"/>
                </a:lnTo>
                <a:lnTo>
                  <a:pt x="69751" y="321647"/>
                </a:lnTo>
                <a:lnTo>
                  <a:pt x="51786" y="279052"/>
                </a:lnTo>
                <a:lnTo>
                  <a:pt x="36337" y="235189"/>
                </a:lnTo>
                <a:lnTo>
                  <a:pt x="23496" y="190149"/>
                </a:lnTo>
                <a:lnTo>
                  <a:pt x="13351" y="144021"/>
                </a:lnTo>
                <a:lnTo>
                  <a:pt x="5994" y="96893"/>
                </a:lnTo>
                <a:lnTo>
                  <a:pt x="1513" y="48856"/>
                </a:lnTo>
                <a:lnTo>
                  <a:pt x="0" y="0"/>
                </a:lnTo>
                <a:lnTo>
                  <a:pt x="769619" y="0"/>
                </a:lnTo>
                <a:lnTo>
                  <a:pt x="769619" y="771143"/>
                </a:lnTo>
                <a:close/>
              </a:path>
            </a:pathLst>
          </a:custGeom>
          <a:solidFill>
            <a:srgbClr val="62708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093975" y="5670803"/>
            <a:ext cx="1297305" cy="1045844"/>
            <a:chOff x="2093975" y="5670803"/>
            <a:chExt cx="1297305" cy="1045844"/>
          </a:xfrm>
        </p:grpSpPr>
        <p:sp>
          <p:nvSpPr>
            <p:cNvPr id="5" name="object 5"/>
            <p:cNvSpPr/>
            <p:nvPr/>
          </p:nvSpPr>
          <p:spPr>
            <a:xfrm>
              <a:off x="2093975" y="5670803"/>
              <a:ext cx="649605" cy="1045844"/>
            </a:xfrm>
            <a:custGeom>
              <a:avLst/>
              <a:gdLst/>
              <a:ahLst/>
              <a:cxnLst/>
              <a:rect l="l" t="t" r="r" b="b"/>
              <a:pathLst>
                <a:path w="649605" h="1045845">
                  <a:moveTo>
                    <a:pt x="649224" y="1045464"/>
                  </a:moveTo>
                  <a:lnTo>
                    <a:pt x="600823" y="1043680"/>
                  </a:lnTo>
                  <a:lnTo>
                    <a:pt x="553380" y="1038415"/>
                  </a:lnTo>
                  <a:lnTo>
                    <a:pt x="507020" y="1029793"/>
                  </a:lnTo>
                  <a:lnTo>
                    <a:pt x="461871" y="1017942"/>
                  </a:lnTo>
                  <a:lnTo>
                    <a:pt x="418058" y="1002987"/>
                  </a:lnTo>
                  <a:lnTo>
                    <a:pt x="375707" y="985055"/>
                  </a:lnTo>
                  <a:lnTo>
                    <a:pt x="334945" y="964272"/>
                  </a:lnTo>
                  <a:lnTo>
                    <a:pt x="295898" y="940764"/>
                  </a:lnTo>
                  <a:lnTo>
                    <a:pt x="258692" y="914658"/>
                  </a:lnTo>
                  <a:lnTo>
                    <a:pt x="223454" y="886079"/>
                  </a:lnTo>
                  <a:lnTo>
                    <a:pt x="190309" y="855154"/>
                  </a:lnTo>
                  <a:lnTo>
                    <a:pt x="159384" y="822009"/>
                  </a:lnTo>
                  <a:lnTo>
                    <a:pt x="130805" y="786771"/>
                  </a:lnTo>
                  <a:lnTo>
                    <a:pt x="104699" y="749565"/>
                  </a:lnTo>
                  <a:lnTo>
                    <a:pt x="81191" y="710518"/>
                  </a:lnTo>
                  <a:lnTo>
                    <a:pt x="60408" y="669756"/>
                  </a:lnTo>
                  <a:lnTo>
                    <a:pt x="42476" y="627405"/>
                  </a:lnTo>
                  <a:lnTo>
                    <a:pt x="27521" y="583592"/>
                  </a:lnTo>
                  <a:lnTo>
                    <a:pt x="15670" y="538443"/>
                  </a:lnTo>
                  <a:lnTo>
                    <a:pt x="7048" y="492083"/>
                  </a:lnTo>
                  <a:lnTo>
                    <a:pt x="1783" y="444640"/>
                  </a:lnTo>
                  <a:lnTo>
                    <a:pt x="0" y="396239"/>
                  </a:lnTo>
                  <a:lnTo>
                    <a:pt x="0" y="0"/>
                  </a:lnTo>
                  <a:lnTo>
                    <a:pt x="67056" y="3048"/>
                  </a:lnTo>
                  <a:lnTo>
                    <a:pt x="115427" y="9871"/>
                  </a:lnTo>
                  <a:lnTo>
                    <a:pt x="162607" y="20194"/>
                  </a:lnTo>
                  <a:lnTo>
                    <a:pt x="208457" y="33879"/>
                  </a:lnTo>
                  <a:lnTo>
                    <a:pt x="252837" y="50791"/>
                  </a:lnTo>
                  <a:lnTo>
                    <a:pt x="295608" y="70794"/>
                  </a:lnTo>
                  <a:lnTo>
                    <a:pt x="336630" y="93751"/>
                  </a:lnTo>
                  <a:lnTo>
                    <a:pt x="375763" y="119527"/>
                  </a:lnTo>
                  <a:lnTo>
                    <a:pt x="412869" y="147986"/>
                  </a:lnTo>
                  <a:lnTo>
                    <a:pt x="447808" y="178991"/>
                  </a:lnTo>
                  <a:lnTo>
                    <a:pt x="480441" y="212407"/>
                  </a:lnTo>
                  <a:lnTo>
                    <a:pt x="510627" y="248097"/>
                  </a:lnTo>
                  <a:lnTo>
                    <a:pt x="538228" y="285926"/>
                  </a:lnTo>
                  <a:lnTo>
                    <a:pt x="563103" y="325758"/>
                  </a:lnTo>
                  <a:lnTo>
                    <a:pt x="585115" y="367456"/>
                  </a:lnTo>
                  <a:lnTo>
                    <a:pt x="604123" y="410884"/>
                  </a:lnTo>
                  <a:lnTo>
                    <a:pt x="619987" y="455907"/>
                  </a:lnTo>
                  <a:lnTo>
                    <a:pt x="632569" y="502389"/>
                  </a:lnTo>
                  <a:lnTo>
                    <a:pt x="641729" y="550192"/>
                  </a:lnTo>
                  <a:lnTo>
                    <a:pt x="647327" y="599183"/>
                  </a:lnTo>
                  <a:lnTo>
                    <a:pt x="649224" y="649224"/>
                  </a:lnTo>
                  <a:lnTo>
                    <a:pt x="649224" y="1045464"/>
                  </a:lnTo>
                  <a:close/>
                </a:path>
              </a:pathLst>
            </a:custGeom>
            <a:solidFill>
              <a:srgbClr val="006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199" y="5670803"/>
              <a:ext cx="647700" cy="1045844"/>
            </a:xfrm>
            <a:custGeom>
              <a:avLst/>
              <a:gdLst/>
              <a:ahLst/>
              <a:cxnLst/>
              <a:rect l="l" t="t" r="r" b="b"/>
              <a:pathLst>
                <a:path w="647700" h="1045845">
                  <a:moveTo>
                    <a:pt x="0" y="1045464"/>
                  </a:moveTo>
                  <a:lnTo>
                    <a:pt x="0" y="649224"/>
                  </a:lnTo>
                  <a:lnTo>
                    <a:pt x="1711" y="601543"/>
                  </a:lnTo>
                  <a:lnTo>
                    <a:pt x="6768" y="554809"/>
                  </a:lnTo>
                  <a:lnTo>
                    <a:pt x="15053" y="509140"/>
                  </a:lnTo>
                  <a:lnTo>
                    <a:pt x="26448" y="464652"/>
                  </a:lnTo>
                  <a:lnTo>
                    <a:pt x="40835" y="421464"/>
                  </a:lnTo>
                  <a:lnTo>
                    <a:pt x="58098" y="379693"/>
                  </a:lnTo>
                  <a:lnTo>
                    <a:pt x="78119" y="339456"/>
                  </a:lnTo>
                  <a:lnTo>
                    <a:pt x="100779" y="300871"/>
                  </a:lnTo>
                  <a:lnTo>
                    <a:pt x="125963" y="264056"/>
                  </a:lnTo>
                  <a:lnTo>
                    <a:pt x="153551" y="229127"/>
                  </a:lnTo>
                  <a:lnTo>
                    <a:pt x="183428" y="196203"/>
                  </a:lnTo>
                  <a:lnTo>
                    <a:pt x="215474" y="165400"/>
                  </a:lnTo>
                  <a:lnTo>
                    <a:pt x="249574" y="136837"/>
                  </a:lnTo>
                  <a:lnTo>
                    <a:pt x="285608" y="110631"/>
                  </a:lnTo>
                  <a:lnTo>
                    <a:pt x="323461" y="86899"/>
                  </a:lnTo>
                  <a:lnTo>
                    <a:pt x="363013" y="65758"/>
                  </a:lnTo>
                  <a:lnTo>
                    <a:pt x="404149" y="47328"/>
                  </a:lnTo>
                  <a:lnTo>
                    <a:pt x="446749" y="31724"/>
                  </a:lnTo>
                  <a:lnTo>
                    <a:pt x="490698" y="19064"/>
                  </a:lnTo>
                  <a:lnTo>
                    <a:pt x="535876" y="9466"/>
                  </a:lnTo>
                  <a:lnTo>
                    <a:pt x="582168" y="3048"/>
                  </a:lnTo>
                  <a:lnTo>
                    <a:pt x="647700" y="0"/>
                  </a:lnTo>
                  <a:lnTo>
                    <a:pt x="647700" y="396239"/>
                  </a:lnTo>
                  <a:lnTo>
                    <a:pt x="645925" y="444640"/>
                  </a:lnTo>
                  <a:lnTo>
                    <a:pt x="640686" y="492083"/>
                  </a:lnTo>
                  <a:lnTo>
                    <a:pt x="632107" y="538443"/>
                  </a:lnTo>
                  <a:lnTo>
                    <a:pt x="620311" y="583592"/>
                  </a:lnTo>
                  <a:lnTo>
                    <a:pt x="605424" y="627405"/>
                  </a:lnTo>
                  <a:lnTo>
                    <a:pt x="587570" y="669756"/>
                  </a:lnTo>
                  <a:lnTo>
                    <a:pt x="566873" y="710518"/>
                  </a:lnTo>
                  <a:lnTo>
                    <a:pt x="543458" y="749565"/>
                  </a:lnTo>
                  <a:lnTo>
                    <a:pt x="517450" y="786771"/>
                  </a:lnTo>
                  <a:lnTo>
                    <a:pt x="488973" y="822009"/>
                  </a:lnTo>
                  <a:lnTo>
                    <a:pt x="458152" y="855154"/>
                  </a:lnTo>
                  <a:lnTo>
                    <a:pt x="425111" y="886079"/>
                  </a:lnTo>
                  <a:lnTo>
                    <a:pt x="389974" y="914658"/>
                  </a:lnTo>
                  <a:lnTo>
                    <a:pt x="352867" y="940764"/>
                  </a:lnTo>
                  <a:lnTo>
                    <a:pt x="313913" y="964272"/>
                  </a:lnTo>
                  <a:lnTo>
                    <a:pt x="273237" y="985055"/>
                  </a:lnTo>
                  <a:lnTo>
                    <a:pt x="230965" y="1002987"/>
                  </a:lnTo>
                  <a:lnTo>
                    <a:pt x="187219" y="1017942"/>
                  </a:lnTo>
                  <a:lnTo>
                    <a:pt x="142125" y="1029793"/>
                  </a:lnTo>
                  <a:lnTo>
                    <a:pt x="95808" y="1038415"/>
                  </a:lnTo>
                  <a:lnTo>
                    <a:pt x="48391" y="1043680"/>
                  </a:lnTo>
                  <a:lnTo>
                    <a:pt x="0" y="1045464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6031" rIns="0" bIns="0" rtlCol="0" vert="horz">
            <a:spAutoFit/>
          </a:bodyPr>
          <a:lstStyle/>
          <a:p>
            <a:pPr marL="286385">
              <a:lnSpc>
                <a:spcPct val="100000"/>
              </a:lnSpc>
              <a:spcBef>
                <a:spcPts val="130"/>
              </a:spcBef>
            </a:pPr>
            <a:r>
              <a:rPr dirty="0"/>
              <a:t>LITERATURE</a:t>
            </a:r>
            <a:r>
              <a:rPr dirty="0" spc="-25"/>
              <a:t> </a:t>
            </a:r>
            <a:r>
              <a:rPr dirty="0" spc="-10"/>
              <a:t>OVERVIEW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6600" y="2629413"/>
            <a:ext cx="7567295" cy="2665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5910" marR="5080" indent="-283845">
              <a:lnSpc>
                <a:spcPct val="149700"/>
              </a:lnSpc>
              <a:spcBef>
                <a:spcPts val="95"/>
              </a:spcBef>
              <a:buFont typeface="Arial MT"/>
              <a:buChar char="•"/>
              <a:tabLst>
                <a:tab pos="295910" algn="l"/>
                <a:tab pos="1067435" algn="l"/>
                <a:tab pos="1793239" algn="l"/>
                <a:tab pos="2335530" algn="l"/>
                <a:tab pos="3213100" algn="l"/>
                <a:tab pos="4228465" algn="l"/>
                <a:tab pos="5219065" algn="l"/>
                <a:tab pos="6291580" algn="l"/>
                <a:tab pos="7099300" algn="l"/>
              </a:tabLst>
            </a:pP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Several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	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studies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	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have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	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explored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	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automated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	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classroom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	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monitoring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	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systems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	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using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Biometric</a:t>
            </a:r>
            <a:r>
              <a:rPr dirty="0" sz="1650" spc="-5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systems,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IoT-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based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solutions.</a:t>
            </a:r>
            <a:endParaRPr sz="1650">
              <a:latin typeface="Times New Roman"/>
              <a:cs typeface="Times New Roman"/>
            </a:endParaRPr>
          </a:p>
          <a:p>
            <a:pPr marL="295910" marR="5080" indent="-283845">
              <a:lnSpc>
                <a:spcPct val="149700"/>
              </a:lnSpc>
              <a:spcBef>
                <a:spcPts val="15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Biometric</a:t>
            </a:r>
            <a:r>
              <a:rPr dirty="0" sz="1650" spc="24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systems</a:t>
            </a:r>
            <a:r>
              <a:rPr dirty="0" sz="1650" spc="2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such</a:t>
            </a:r>
            <a:r>
              <a:rPr dirty="0" sz="1650" spc="2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as</a:t>
            </a:r>
            <a:r>
              <a:rPr dirty="0" sz="1650" spc="2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fingerprint</a:t>
            </a:r>
            <a:r>
              <a:rPr dirty="0" sz="1650" spc="25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recognition</a:t>
            </a:r>
            <a:r>
              <a:rPr dirty="0" sz="1650" spc="25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require</a:t>
            </a:r>
            <a:r>
              <a:rPr dirty="0" sz="1650" spc="26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physical</a:t>
            </a:r>
            <a:r>
              <a:rPr dirty="0" sz="1650" spc="2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contact,</a:t>
            </a:r>
            <a:r>
              <a:rPr dirty="0" sz="1650" spc="2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raising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hygiene</a:t>
            </a:r>
            <a:r>
              <a:rPr dirty="0" sz="1650" spc="-4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usability</a:t>
            </a:r>
            <a:r>
              <a:rPr dirty="0" sz="1650" spc="-8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concerns.</a:t>
            </a:r>
            <a:endParaRPr sz="1650">
              <a:latin typeface="Times New Roman"/>
              <a:cs typeface="Times New Roman"/>
            </a:endParaRPr>
          </a:p>
          <a:p>
            <a:pPr marL="295910" marR="5080" indent="-283845">
              <a:lnSpc>
                <a:spcPct val="149700"/>
              </a:lnSpc>
              <a:spcBef>
                <a:spcPts val="10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Some</a:t>
            </a:r>
            <a:r>
              <a:rPr dirty="0" sz="1650" spc="1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vision-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based</a:t>
            </a:r>
            <a:r>
              <a:rPr dirty="0" sz="1650" spc="1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systems</a:t>
            </a:r>
            <a:r>
              <a:rPr dirty="0" sz="1650" spc="1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use</a:t>
            </a:r>
            <a:r>
              <a:rPr dirty="0" sz="1650" spc="1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continuous</a:t>
            </a:r>
            <a:r>
              <a:rPr dirty="0" sz="1650" spc="1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video</a:t>
            </a:r>
            <a:r>
              <a:rPr dirty="0" sz="1650" spc="1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surveillance,</a:t>
            </a:r>
            <a:r>
              <a:rPr dirty="0" sz="1650" spc="114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which</a:t>
            </a:r>
            <a:r>
              <a:rPr dirty="0" sz="1650" spc="11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causes</a:t>
            </a:r>
            <a:r>
              <a:rPr dirty="0" sz="1650" spc="1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privacy concerns.</a:t>
            </a:r>
            <a:endParaRPr sz="16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Existing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reminder</a:t>
            </a:r>
            <a:r>
              <a:rPr dirty="0" sz="1650" spc="-4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systems</a:t>
            </a:r>
            <a:r>
              <a:rPr dirty="0" sz="1650" spc="-2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are</a:t>
            </a:r>
            <a:r>
              <a:rPr dirty="0" sz="1650" spc="-5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not</a:t>
            </a:r>
            <a:r>
              <a:rPr dirty="0" sz="1650" spc="-2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integrated</a:t>
            </a:r>
            <a:r>
              <a:rPr dirty="0" sz="1650" spc="-45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with</a:t>
            </a:r>
            <a:r>
              <a:rPr dirty="0" sz="1650" spc="-6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real-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time</a:t>
            </a:r>
            <a:r>
              <a:rPr dirty="0" sz="1650" spc="-3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001F60"/>
                </a:solidFill>
                <a:latin typeface="Times New Roman"/>
                <a:cs typeface="Times New Roman"/>
              </a:rPr>
              <a:t>classroom</a:t>
            </a:r>
            <a:r>
              <a:rPr dirty="0" sz="1650" spc="-7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001F60"/>
                </a:solidFill>
                <a:latin typeface="Times New Roman"/>
                <a:cs typeface="Times New Roman"/>
              </a:rPr>
              <a:t>supervision.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9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TECHNOLOGIES</a:t>
            </a:r>
            <a:r>
              <a:rPr dirty="0" spc="135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b="1">
                <a:latin typeface="Times New Roman"/>
                <a:cs typeface="Times New Roman"/>
              </a:rPr>
              <a:t>Python</a:t>
            </a:r>
            <a:r>
              <a:rPr dirty="0" spc="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-</a:t>
            </a:r>
            <a:r>
              <a:rPr dirty="0" spc="25" b="1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popular</a:t>
            </a:r>
            <a:r>
              <a:rPr dirty="0" spc="35"/>
              <a:t> </a:t>
            </a:r>
            <a:r>
              <a:rPr dirty="0"/>
              <a:t>programming</a:t>
            </a:r>
            <a:r>
              <a:rPr dirty="0" spc="80"/>
              <a:t> </a:t>
            </a:r>
            <a:r>
              <a:rPr dirty="0"/>
              <a:t>language</a:t>
            </a:r>
            <a:r>
              <a:rPr dirty="0" spc="15"/>
              <a:t> </a:t>
            </a:r>
            <a:r>
              <a:rPr dirty="0"/>
              <a:t>used</a:t>
            </a:r>
            <a:r>
              <a:rPr dirty="0" spc="30"/>
              <a:t> </a:t>
            </a:r>
            <a:r>
              <a:rPr dirty="0"/>
              <a:t>to</a:t>
            </a:r>
            <a:r>
              <a:rPr dirty="0" spc="30"/>
              <a:t> </a:t>
            </a:r>
            <a:r>
              <a:rPr dirty="0"/>
              <a:t>build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backend</a:t>
            </a:r>
            <a:r>
              <a:rPr dirty="0" spc="30"/>
              <a:t> </a:t>
            </a:r>
            <a:r>
              <a:rPr dirty="0"/>
              <a:t>logic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10"/>
              <a:t>system.</a:t>
            </a: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b="1">
                <a:latin typeface="Times New Roman"/>
                <a:cs typeface="Times New Roman"/>
              </a:rPr>
              <a:t>OpenCV-</a:t>
            </a:r>
            <a:r>
              <a:rPr dirty="0" spc="15" b="1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library</a:t>
            </a:r>
            <a:r>
              <a:rPr dirty="0" spc="25"/>
              <a:t> </a:t>
            </a:r>
            <a:r>
              <a:rPr dirty="0"/>
              <a:t>used</a:t>
            </a:r>
            <a:r>
              <a:rPr dirty="0" spc="30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process</a:t>
            </a:r>
            <a:r>
              <a:rPr dirty="0" spc="25"/>
              <a:t> </a:t>
            </a:r>
            <a:r>
              <a:rPr dirty="0"/>
              <a:t>images</a:t>
            </a:r>
            <a:r>
              <a:rPr dirty="0" spc="65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/>
              <a:t>videos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/>
              <a:t>helps</a:t>
            </a:r>
            <a:r>
              <a:rPr dirty="0" spc="20"/>
              <a:t> </a:t>
            </a:r>
            <a:r>
              <a:rPr dirty="0"/>
              <a:t>detect</a:t>
            </a:r>
            <a:r>
              <a:rPr dirty="0" spc="40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/>
              <a:t>recognize</a:t>
            </a:r>
            <a:r>
              <a:rPr dirty="0" spc="25"/>
              <a:t> </a:t>
            </a:r>
            <a:r>
              <a:rPr dirty="0"/>
              <a:t>faces</a:t>
            </a:r>
            <a:r>
              <a:rPr dirty="0" spc="25"/>
              <a:t> </a:t>
            </a:r>
            <a:r>
              <a:rPr dirty="0"/>
              <a:t>using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10"/>
              <a:t>webcam.</a:t>
            </a: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b="1">
                <a:latin typeface="Times New Roman"/>
                <a:cs typeface="Times New Roman"/>
              </a:rPr>
              <a:t>Face</a:t>
            </a:r>
            <a:r>
              <a:rPr dirty="0" spc="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Recognition</a:t>
            </a:r>
            <a:r>
              <a:rPr dirty="0" spc="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Library</a:t>
            </a:r>
            <a:r>
              <a:rPr dirty="0" spc="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-</a:t>
            </a:r>
            <a:r>
              <a:rPr dirty="0" spc="55" b="1">
                <a:latin typeface="Times New Roman"/>
                <a:cs typeface="Times New Roman"/>
              </a:rPr>
              <a:t> </a:t>
            </a:r>
            <a:r>
              <a:rPr dirty="0" spc="-10"/>
              <a:t>Python-</a:t>
            </a:r>
            <a:r>
              <a:rPr dirty="0"/>
              <a:t>based</a:t>
            </a:r>
            <a:r>
              <a:rPr dirty="0" spc="85"/>
              <a:t> </a:t>
            </a:r>
            <a:r>
              <a:rPr dirty="0"/>
              <a:t>library</a:t>
            </a:r>
            <a:r>
              <a:rPr dirty="0" spc="40"/>
              <a:t> </a:t>
            </a:r>
            <a:r>
              <a:rPr dirty="0"/>
              <a:t>that</a:t>
            </a:r>
            <a:r>
              <a:rPr dirty="0" spc="60"/>
              <a:t> </a:t>
            </a:r>
            <a:r>
              <a:rPr dirty="0"/>
              <a:t>identifies</a:t>
            </a:r>
            <a:r>
              <a:rPr dirty="0" spc="25"/>
              <a:t> </a:t>
            </a:r>
            <a:r>
              <a:rPr dirty="0"/>
              <a:t>registered</a:t>
            </a:r>
            <a:r>
              <a:rPr dirty="0" spc="25"/>
              <a:t> </a:t>
            </a:r>
            <a:r>
              <a:rPr dirty="0"/>
              <a:t>faculty</a:t>
            </a:r>
            <a:r>
              <a:rPr dirty="0" spc="45"/>
              <a:t> </a:t>
            </a:r>
            <a:r>
              <a:rPr dirty="0"/>
              <a:t>faces</a:t>
            </a:r>
            <a:r>
              <a:rPr dirty="0" spc="55"/>
              <a:t> </a:t>
            </a:r>
            <a:r>
              <a:rPr dirty="0" spc="-10"/>
              <a:t>accurately.</a:t>
            </a:r>
          </a:p>
          <a:p>
            <a:pPr marL="390525" indent="-377825">
              <a:lnSpc>
                <a:spcPct val="100000"/>
              </a:lnSpc>
              <a:spcBef>
                <a:spcPts val="133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b="1">
                <a:latin typeface="Times New Roman"/>
                <a:cs typeface="Times New Roman"/>
              </a:rPr>
              <a:t>Flask</a:t>
            </a:r>
            <a:r>
              <a:rPr dirty="0" spc="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-</a:t>
            </a:r>
            <a:r>
              <a:rPr dirty="0" spc="45" b="1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lightweight</a:t>
            </a:r>
            <a:r>
              <a:rPr dirty="0" spc="50"/>
              <a:t> </a:t>
            </a:r>
            <a:r>
              <a:rPr dirty="0"/>
              <a:t>web</a:t>
            </a:r>
            <a:r>
              <a:rPr dirty="0" spc="30"/>
              <a:t> </a:t>
            </a:r>
            <a:r>
              <a:rPr dirty="0"/>
              <a:t>framework</a:t>
            </a:r>
            <a:r>
              <a:rPr dirty="0" spc="55"/>
              <a:t> </a:t>
            </a:r>
            <a:r>
              <a:rPr dirty="0"/>
              <a:t>used</a:t>
            </a:r>
            <a:r>
              <a:rPr dirty="0" spc="30"/>
              <a:t> </a:t>
            </a:r>
            <a:r>
              <a:rPr dirty="0"/>
              <a:t>to</a:t>
            </a:r>
            <a:r>
              <a:rPr dirty="0" spc="30"/>
              <a:t> </a:t>
            </a:r>
            <a:r>
              <a:rPr dirty="0"/>
              <a:t>create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web</a:t>
            </a:r>
            <a:r>
              <a:rPr dirty="0" spc="30"/>
              <a:t> </a:t>
            </a:r>
            <a:r>
              <a:rPr dirty="0"/>
              <a:t>dashboard</a:t>
            </a:r>
            <a:r>
              <a:rPr dirty="0" spc="30"/>
              <a:t> </a:t>
            </a:r>
            <a:r>
              <a:rPr dirty="0"/>
              <a:t>that</a:t>
            </a:r>
            <a:r>
              <a:rPr dirty="0" spc="15"/>
              <a:t> </a:t>
            </a:r>
            <a:r>
              <a:rPr dirty="0"/>
              <a:t>shows</a:t>
            </a:r>
            <a:r>
              <a:rPr dirty="0" spc="40"/>
              <a:t> </a:t>
            </a:r>
            <a:r>
              <a:rPr dirty="0"/>
              <a:t>classroom</a:t>
            </a:r>
            <a:r>
              <a:rPr dirty="0" spc="30"/>
              <a:t> </a:t>
            </a:r>
            <a:r>
              <a:rPr dirty="0" spc="-10"/>
              <a:t>status.</a:t>
            </a: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pc="-10" b="1">
                <a:latin typeface="Times New Roman"/>
                <a:cs typeface="Times New Roman"/>
              </a:rPr>
              <a:t>Twilio</a:t>
            </a:r>
            <a:r>
              <a:rPr dirty="0" spc="-7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API</a:t>
            </a:r>
            <a:r>
              <a:rPr dirty="0" spc="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-</a:t>
            </a:r>
            <a:r>
              <a:rPr dirty="0" spc="20" b="1">
                <a:latin typeface="Times New Roman"/>
                <a:cs typeface="Times New Roman"/>
              </a:rPr>
              <a:t> </a:t>
            </a:r>
            <a:r>
              <a:rPr dirty="0"/>
              <a:t>Sends</a:t>
            </a:r>
            <a:r>
              <a:rPr dirty="0" spc="40"/>
              <a:t> </a:t>
            </a:r>
            <a:r>
              <a:rPr dirty="0"/>
              <a:t>SMS</a:t>
            </a:r>
            <a:r>
              <a:rPr dirty="0" spc="15"/>
              <a:t> </a:t>
            </a:r>
            <a:r>
              <a:rPr dirty="0"/>
              <a:t>alerts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faculty</a:t>
            </a:r>
            <a:r>
              <a:rPr dirty="0" spc="15"/>
              <a:t> </a:t>
            </a:r>
            <a:r>
              <a:rPr dirty="0"/>
              <a:t>before</a:t>
            </a:r>
            <a:r>
              <a:rPr dirty="0" spc="30"/>
              <a:t> </a:t>
            </a:r>
            <a:r>
              <a:rPr dirty="0" spc="-10"/>
              <a:t>class.</a:t>
            </a: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b="1">
                <a:latin typeface="Times New Roman"/>
                <a:cs typeface="Times New Roman"/>
              </a:rPr>
              <a:t>Webcam-</a:t>
            </a:r>
            <a:r>
              <a:rPr dirty="0" spc="45" b="1">
                <a:latin typeface="Times New Roman"/>
                <a:cs typeface="Times New Roman"/>
              </a:rPr>
              <a:t> </a:t>
            </a:r>
            <a:r>
              <a:rPr dirty="0"/>
              <a:t>Captures</a:t>
            </a:r>
            <a:r>
              <a:rPr dirty="0" spc="35"/>
              <a:t> </a:t>
            </a:r>
            <a:r>
              <a:rPr dirty="0"/>
              <a:t>real-time</a:t>
            </a:r>
            <a:r>
              <a:rPr dirty="0" spc="55"/>
              <a:t> </a:t>
            </a:r>
            <a:r>
              <a:rPr dirty="0"/>
              <a:t>images</a:t>
            </a:r>
            <a:r>
              <a:rPr dirty="0" spc="50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classroom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35"/>
              <a:t> </a:t>
            </a:r>
            <a:r>
              <a:rPr dirty="0"/>
              <a:t>detect</a:t>
            </a:r>
            <a:r>
              <a:rPr dirty="0" spc="5"/>
              <a:t> </a:t>
            </a:r>
            <a:r>
              <a:rPr dirty="0"/>
              <a:t>faculty</a:t>
            </a:r>
            <a:r>
              <a:rPr dirty="0" spc="10"/>
              <a:t> </a:t>
            </a:r>
            <a:r>
              <a:rPr dirty="0" spc="-10"/>
              <a:t>presence.</a:t>
            </a:r>
          </a:p>
          <a:p>
            <a:pPr marL="390525" indent="-377825">
              <a:lnSpc>
                <a:spcPct val="100000"/>
              </a:lnSpc>
              <a:spcBef>
                <a:spcPts val="133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b="1">
                <a:latin typeface="Times New Roman"/>
                <a:cs typeface="Times New Roman"/>
              </a:rPr>
              <a:t>Faculty</a:t>
            </a:r>
            <a:r>
              <a:rPr dirty="0" spc="-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Timetable</a:t>
            </a:r>
            <a:r>
              <a:rPr dirty="0" spc="6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(Database)</a:t>
            </a:r>
            <a:r>
              <a:rPr dirty="0" spc="2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-</a:t>
            </a:r>
            <a:r>
              <a:rPr dirty="0" spc="45" b="1">
                <a:latin typeface="Times New Roman"/>
                <a:cs typeface="Times New Roman"/>
              </a:rPr>
              <a:t> </a:t>
            </a:r>
            <a:r>
              <a:rPr dirty="0"/>
              <a:t>Stores</a:t>
            </a:r>
            <a:r>
              <a:rPr dirty="0" spc="15"/>
              <a:t> </a:t>
            </a:r>
            <a:r>
              <a:rPr dirty="0"/>
              <a:t>class</a:t>
            </a:r>
            <a:r>
              <a:rPr dirty="0" spc="15"/>
              <a:t> </a:t>
            </a:r>
            <a:r>
              <a:rPr dirty="0"/>
              <a:t>schedules</a:t>
            </a:r>
            <a:r>
              <a:rPr dirty="0" spc="40"/>
              <a:t> </a:t>
            </a:r>
            <a:r>
              <a:rPr dirty="0"/>
              <a:t>to</a:t>
            </a:r>
            <a:r>
              <a:rPr dirty="0" spc="30"/>
              <a:t> </a:t>
            </a:r>
            <a:r>
              <a:rPr dirty="0"/>
              <a:t>trigger</a:t>
            </a:r>
            <a:r>
              <a:rPr dirty="0" spc="30"/>
              <a:t> </a:t>
            </a:r>
            <a:r>
              <a:rPr dirty="0"/>
              <a:t>timely</a:t>
            </a:r>
            <a:r>
              <a:rPr dirty="0" spc="55"/>
              <a:t> </a:t>
            </a:r>
            <a:r>
              <a:rPr dirty="0"/>
              <a:t>alerts</a:t>
            </a:r>
            <a:r>
              <a:rPr dirty="0" spc="3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check</a:t>
            </a:r>
            <a:r>
              <a:rPr dirty="0" spc="30"/>
              <a:t> </a:t>
            </a:r>
            <a:r>
              <a:rPr dirty="0"/>
              <a:t>for</a:t>
            </a:r>
            <a:r>
              <a:rPr dirty="0" spc="25"/>
              <a:t> </a:t>
            </a:r>
            <a:r>
              <a:rPr dirty="0" spc="-10"/>
              <a:t>attendance.</a:t>
            </a:r>
          </a:p>
          <a:p>
            <a:pPr marL="390525" indent="-377825">
              <a:lnSpc>
                <a:spcPct val="100000"/>
              </a:lnSpc>
              <a:spcBef>
                <a:spcPts val="132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b="1">
                <a:latin typeface="Times New Roman"/>
                <a:cs typeface="Times New Roman"/>
              </a:rPr>
              <a:t>HTML/CSS</a:t>
            </a:r>
            <a:r>
              <a:rPr dirty="0" spc="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(for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UI)</a:t>
            </a:r>
            <a:r>
              <a:rPr dirty="0" spc="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-</a:t>
            </a:r>
            <a:r>
              <a:rPr dirty="0" spc="50" b="1">
                <a:latin typeface="Times New Roman"/>
                <a:cs typeface="Times New Roman"/>
              </a:rPr>
              <a:t> </a:t>
            </a:r>
            <a:r>
              <a:rPr dirty="0"/>
              <a:t>Used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40"/>
              <a:t> </a:t>
            </a:r>
            <a:r>
              <a:rPr dirty="0"/>
              <a:t>design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/>
              <a:t>visual</a:t>
            </a:r>
            <a:r>
              <a:rPr dirty="0" spc="30"/>
              <a:t> </a:t>
            </a:r>
            <a:r>
              <a:rPr dirty="0"/>
              <a:t>web</a:t>
            </a:r>
            <a:r>
              <a:rPr dirty="0" spc="40"/>
              <a:t> </a:t>
            </a:r>
            <a:r>
              <a:rPr dirty="0"/>
              <a:t>dashboard</a:t>
            </a:r>
            <a:r>
              <a:rPr dirty="0" spc="30"/>
              <a:t> </a:t>
            </a:r>
            <a:r>
              <a:rPr dirty="0"/>
              <a:t>interface</a:t>
            </a:r>
            <a:r>
              <a:rPr dirty="0" spc="15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/>
              <a:t>real-time</a:t>
            </a:r>
            <a:r>
              <a:rPr dirty="0" spc="60"/>
              <a:t> </a:t>
            </a:r>
            <a:r>
              <a:rPr dirty="0"/>
              <a:t>classroom</a:t>
            </a:r>
            <a:r>
              <a:rPr dirty="0" spc="30"/>
              <a:t> </a:t>
            </a:r>
            <a:r>
              <a:rPr dirty="0" spc="-10"/>
              <a:t>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5" y="2275332"/>
            <a:ext cx="6967727" cy="33177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25609" y="1646952"/>
            <a:ext cx="31603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dirty="0" u="sng" sz="1950" spc="-2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ARCHITECTURE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026920"/>
            <a:ext cx="7488935" cy="357073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57351" y="1453324"/>
            <a:ext cx="196850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FACE</a:t>
            </a:r>
            <a:r>
              <a:rPr dirty="0" u="sng" sz="1950" spc="-9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CAPTURE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272283"/>
            <a:ext cx="6978396" cy="33253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57482" y="1646952"/>
            <a:ext cx="50831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FLASK</a:t>
            </a:r>
            <a:r>
              <a:rPr dirty="0" u="sng" sz="1950" spc="-10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APPLICATION</a:t>
            </a:r>
            <a:r>
              <a:rPr dirty="0" u="sng" sz="1950" spc="3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IMPLEMENTATION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412" y="2147316"/>
            <a:ext cx="8005571" cy="337870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96329" y="1646952"/>
            <a:ext cx="16065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LOGIN</a:t>
            </a:r>
            <a:r>
              <a:rPr dirty="0" u="sng" sz="1950" spc="4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2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PAGE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2232660"/>
            <a:ext cx="8298179" cy="33101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60022" y="1646952"/>
            <a:ext cx="6845934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WEB</a:t>
            </a:r>
            <a:r>
              <a:rPr dirty="0" u="sng" sz="1950" spc="7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DASHBOARD</a:t>
            </a:r>
            <a:r>
              <a:rPr dirty="0" u="sng" sz="1950" spc="13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MONITORING(BEFORE</a:t>
            </a:r>
            <a:r>
              <a:rPr dirty="0" u="sng" sz="1950" spc="10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DETECTION)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272283"/>
            <a:ext cx="6978396" cy="33253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55885" y="1646952"/>
            <a:ext cx="470344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VIEW</a:t>
            </a:r>
            <a:r>
              <a:rPr dirty="0" u="sng" sz="1950" spc="-2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DETAILS</a:t>
            </a:r>
            <a:r>
              <a:rPr dirty="0" u="sng" sz="1950" spc="4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(BEFORE</a:t>
            </a:r>
            <a:r>
              <a:rPr dirty="0" u="sng" sz="1950" spc="3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DETECTION)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159508"/>
            <a:ext cx="7488935" cy="34381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23832" y="1570704"/>
            <a:ext cx="16744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FACE</a:t>
            </a:r>
            <a:r>
              <a:rPr dirty="0" u="sng" sz="1950" spc="-9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2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CHECK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2226564"/>
            <a:ext cx="8304275" cy="33207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63091" y="1646952"/>
            <a:ext cx="6664959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WEB</a:t>
            </a:r>
            <a:r>
              <a:rPr dirty="0" u="sng" sz="1950" spc="7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DASHBOARD</a:t>
            </a:r>
            <a:r>
              <a:rPr dirty="0" u="sng" sz="1950" spc="13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MONITORING(AFTER</a:t>
            </a:r>
            <a:r>
              <a:rPr dirty="0" u="sng" sz="1950" spc="1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DETECTION)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2226564"/>
            <a:ext cx="8304275" cy="33207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64027" y="1646952"/>
            <a:ext cx="45224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VIEW</a:t>
            </a:r>
            <a:r>
              <a:rPr dirty="0" u="sng" sz="1950" spc="-2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DETAILS</a:t>
            </a:r>
            <a:r>
              <a:rPr dirty="0" u="sng" sz="1950" spc="3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(AFTER</a:t>
            </a:r>
            <a:r>
              <a:rPr dirty="0" u="sng" sz="1950" spc="3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DETECTION)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2226563"/>
            <a:ext cx="8304275" cy="33375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23302" y="1646952"/>
            <a:ext cx="3212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TIMETABLE</a:t>
            </a:r>
            <a:r>
              <a:rPr dirty="0" u="sng" sz="1950" spc="-4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MECHANISM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2226563"/>
            <a:ext cx="8304275" cy="33375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27490" y="1646952"/>
            <a:ext cx="3212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TIMETABLE</a:t>
            </a:r>
            <a:r>
              <a:rPr dirty="0" u="sng" sz="1950" spc="-4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MECHANISM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2226564"/>
            <a:ext cx="8304275" cy="33207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53193" y="1646952"/>
            <a:ext cx="36525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FACE</a:t>
            </a:r>
            <a:r>
              <a:rPr dirty="0" u="sng" sz="1950" spc="-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CAPTURE</a:t>
            </a:r>
            <a:r>
              <a:rPr dirty="0" u="sng" sz="1950" spc="1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MECHANISM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87" y="2214372"/>
            <a:ext cx="8363712" cy="33787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32896" y="1646952"/>
            <a:ext cx="48875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3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FACULTY</a:t>
            </a:r>
            <a:r>
              <a:rPr dirty="0" u="sng" sz="1950" spc="-5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6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dirty="0" u="sng" sz="1950" spc="-9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STORAGE</a:t>
            </a:r>
            <a:r>
              <a:rPr dirty="0" u="sng" sz="1950" spc="2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MECHANISM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2226564"/>
            <a:ext cx="8304275" cy="33207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85065" y="1646952"/>
            <a:ext cx="48875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3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FACULTY</a:t>
            </a:r>
            <a:r>
              <a:rPr dirty="0" u="sng" sz="1950" spc="-5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6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dirty="0" u="sng" sz="1950" spc="-9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STORAGE</a:t>
            </a:r>
            <a:r>
              <a:rPr dirty="0" u="sng" sz="1950" spc="2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MECHANISM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0503" y="1057655"/>
            <a:ext cx="2978150" cy="2979420"/>
          </a:xfrm>
          <a:custGeom>
            <a:avLst/>
            <a:gdLst/>
            <a:ahLst/>
            <a:cxnLst/>
            <a:rect l="l" t="t" r="r" b="b"/>
            <a:pathLst>
              <a:path w="2978150" h="2979420">
                <a:moveTo>
                  <a:pt x="2977896" y="2979419"/>
                </a:moveTo>
                <a:lnTo>
                  <a:pt x="2977512" y="2931145"/>
                </a:lnTo>
                <a:lnTo>
                  <a:pt x="2976365" y="2883055"/>
                </a:lnTo>
                <a:lnTo>
                  <a:pt x="2974461" y="2835155"/>
                </a:lnTo>
                <a:lnTo>
                  <a:pt x="2971805" y="2787450"/>
                </a:lnTo>
                <a:lnTo>
                  <a:pt x="2968403" y="2739948"/>
                </a:lnTo>
                <a:lnTo>
                  <a:pt x="2964261" y="2692652"/>
                </a:lnTo>
                <a:lnTo>
                  <a:pt x="2959385" y="2645570"/>
                </a:lnTo>
                <a:lnTo>
                  <a:pt x="2953780" y="2598707"/>
                </a:lnTo>
                <a:lnTo>
                  <a:pt x="2947452" y="2552069"/>
                </a:lnTo>
                <a:lnTo>
                  <a:pt x="2940408" y="2505661"/>
                </a:lnTo>
                <a:lnTo>
                  <a:pt x="2932652" y="2459490"/>
                </a:lnTo>
                <a:lnTo>
                  <a:pt x="2924191" y="2413560"/>
                </a:lnTo>
                <a:lnTo>
                  <a:pt x="2915030" y="2367879"/>
                </a:lnTo>
                <a:lnTo>
                  <a:pt x="2905175" y="2322452"/>
                </a:lnTo>
                <a:lnTo>
                  <a:pt x="2894632" y="2277284"/>
                </a:lnTo>
                <a:lnTo>
                  <a:pt x="2883407" y="2232382"/>
                </a:lnTo>
                <a:lnTo>
                  <a:pt x="2871505" y="2187751"/>
                </a:lnTo>
                <a:lnTo>
                  <a:pt x="2858932" y="2143397"/>
                </a:lnTo>
                <a:lnTo>
                  <a:pt x="2845695" y="2099325"/>
                </a:lnTo>
                <a:lnTo>
                  <a:pt x="2831798" y="2055543"/>
                </a:lnTo>
                <a:lnTo>
                  <a:pt x="2817248" y="2012054"/>
                </a:lnTo>
                <a:lnTo>
                  <a:pt x="2802051" y="1968866"/>
                </a:lnTo>
                <a:lnTo>
                  <a:pt x="2786211" y="1925984"/>
                </a:lnTo>
                <a:lnTo>
                  <a:pt x="2769736" y="1883414"/>
                </a:lnTo>
                <a:lnTo>
                  <a:pt x="2752630" y="1841161"/>
                </a:lnTo>
                <a:lnTo>
                  <a:pt x="2734900" y="1799232"/>
                </a:lnTo>
                <a:lnTo>
                  <a:pt x="2716551" y="1757631"/>
                </a:lnTo>
                <a:lnTo>
                  <a:pt x="2697589" y="1716366"/>
                </a:lnTo>
                <a:lnTo>
                  <a:pt x="2678020" y="1675442"/>
                </a:lnTo>
                <a:lnTo>
                  <a:pt x="2657849" y="1634864"/>
                </a:lnTo>
                <a:lnTo>
                  <a:pt x="2637083" y="1594639"/>
                </a:lnTo>
                <a:lnTo>
                  <a:pt x="2615728" y="1554771"/>
                </a:lnTo>
                <a:lnTo>
                  <a:pt x="2593788" y="1515268"/>
                </a:lnTo>
                <a:lnTo>
                  <a:pt x="2571270" y="1476135"/>
                </a:lnTo>
                <a:lnTo>
                  <a:pt x="2548179" y="1437377"/>
                </a:lnTo>
                <a:lnTo>
                  <a:pt x="2524522" y="1399000"/>
                </a:lnTo>
                <a:lnTo>
                  <a:pt x="2500304" y="1361011"/>
                </a:lnTo>
                <a:lnTo>
                  <a:pt x="2475531" y="1323414"/>
                </a:lnTo>
                <a:lnTo>
                  <a:pt x="2450209" y="1286217"/>
                </a:lnTo>
                <a:lnTo>
                  <a:pt x="2424343" y="1249424"/>
                </a:lnTo>
                <a:lnTo>
                  <a:pt x="2397939" y="1213041"/>
                </a:lnTo>
                <a:lnTo>
                  <a:pt x="2371003" y="1177075"/>
                </a:lnTo>
                <a:lnTo>
                  <a:pt x="2343541" y="1141530"/>
                </a:lnTo>
                <a:lnTo>
                  <a:pt x="2315559" y="1106413"/>
                </a:lnTo>
                <a:lnTo>
                  <a:pt x="2287062" y="1071730"/>
                </a:lnTo>
                <a:lnTo>
                  <a:pt x="2258056" y="1037486"/>
                </a:lnTo>
                <a:lnTo>
                  <a:pt x="2228547" y="1003688"/>
                </a:lnTo>
                <a:lnTo>
                  <a:pt x="2198541" y="970340"/>
                </a:lnTo>
                <a:lnTo>
                  <a:pt x="2168043" y="937449"/>
                </a:lnTo>
                <a:lnTo>
                  <a:pt x="2137060" y="905021"/>
                </a:lnTo>
                <a:lnTo>
                  <a:pt x="2105596" y="873061"/>
                </a:lnTo>
                <a:lnTo>
                  <a:pt x="2073659" y="841575"/>
                </a:lnTo>
                <a:lnTo>
                  <a:pt x="2041253" y="810569"/>
                </a:lnTo>
                <a:lnTo>
                  <a:pt x="2008384" y="780049"/>
                </a:lnTo>
                <a:lnTo>
                  <a:pt x="1975059" y="750021"/>
                </a:lnTo>
                <a:lnTo>
                  <a:pt x="1941282" y="720490"/>
                </a:lnTo>
                <a:lnTo>
                  <a:pt x="1907061" y="691462"/>
                </a:lnTo>
                <a:lnTo>
                  <a:pt x="1872400" y="662943"/>
                </a:lnTo>
                <a:lnTo>
                  <a:pt x="1837305" y="634938"/>
                </a:lnTo>
                <a:lnTo>
                  <a:pt x="1801782" y="607454"/>
                </a:lnTo>
                <a:lnTo>
                  <a:pt x="1765837" y="580497"/>
                </a:lnTo>
                <a:lnTo>
                  <a:pt x="1729476" y="554072"/>
                </a:lnTo>
                <a:lnTo>
                  <a:pt x="1692704" y="528185"/>
                </a:lnTo>
                <a:lnTo>
                  <a:pt x="1655528" y="502841"/>
                </a:lnTo>
                <a:lnTo>
                  <a:pt x="1617952" y="478047"/>
                </a:lnTo>
                <a:lnTo>
                  <a:pt x="1579983" y="453808"/>
                </a:lnTo>
                <a:lnTo>
                  <a:pt x="1541627" y="430131"/>
                </a:lnTo>
                <a:lnTo>
                  <a:pt x="1502889" y="407020"/>
                </a:lnTo>
                <a:lnTo>
                  <a:pt x="1463776" y="384483"/>
                </a:lnTo>
                <a:lnTo>
                  <a:pt x="1424292" y="362523"/>
                </a:lnTo>
                <a:lnTo>
                  <a:pt x="1384444" y="341148"/>
                </a:lnTo>
                <a:lnTo>
                  <a:pt x="1344237" y="320364"/>
                </a:lnTo>
                <a:lnTo>
                  <a:pt x="1303678" y="300175"/>
                </a:lnTo>
                <a:lnTo>
                  <a:pt x="1262771" y="280588"/>
                </a:lnTo>
                <a:lnTo>
                  <a:pt x="1221524" y="261608"/>
                </a:lnTo>
                <a:lnTo>
                  <a:pt x="1179941" y="243242"/>
                </a:lnTo>
                <a:lnTo>
                  <a:pt x="1138028" y="225495"/>
                </a:lnTo>
                <a:lnTo>
                  <a:pt x="1095792" y="208373"/>
                </a:lnTo>
                <a:lnTo>
                  <a:pt x="1053237" y="191881"/>
                </a:lnTo>
                <a:lnTo>
                  <a:pt x="1010371" y="176026"/>
                </a:lnTo>
                <a:lnTo>
                  <a:pt x="967197" y="160814"/>
                </a:lnTo>
                <a:lnTo>
                  <a:pt x="923724" y="146250"/>
                </a:lnTo>
                <a:lnTo>
                  <a:pt x="879955" y="132339"/>
                </a:lnTo>
                <a:lnTo>
                  <a:pt x="835897" y="119088"/>
                </a:lnTo>
                <a:lnTo>
                  <a:pt x="791555" y="106503"/>
                </a:lnTo>
                <a:lnTo>
                  <a:pt x="746936" y="94589"/>
                </a:lnTo>
                <a:lnTo>
                  <a:pt x="702046" y="83352"/>
                </a:lnTo>
                <a:lnTo>
                  <a:pt x="656889" y="72799"/>
                </a:lnTo>
                <a:lnTo>
                  <a:pt x="611472" y="62934"/>
                </a:lnTo>
                <a:lnTo>
                  <a:pt x="565800" y="53763"/>
                </a:lnTo>
                <a:lnTo>
                  <a:pt x="519880" y="45293"/>
                </a:lnTo>
                <a:lnTo>
                  <a:pt x="473717" y="37529"/>
                </a:lnTo>
                <a:lnTo>
                  <a:pt x="427317" y="30476"/>
                </a:lnTo>
                <a:lnTo>
                  <a:pt x="380685" y="24142"/>
                </a:lnTo>
                <a:lnTo>
                  <a:pt x="333828" y="18531"/>
                </a:lnTo>
                <a:lnTo>
                  <a:pt x="286752" y="13649"/>
                </a:lnTo>
                <a:lnTo>
                  <a:pt x="239461" y="9503"/>
                </a:lnTo>
                <a:lnTo>
                  <a:pt x="191962" y="6097"/>
                </a:lnTo>
                <a:lnTo>
                  <a:pt x="144260" y="3438"/>
                </a:lnTo>
                <a:lnTo>
                  <a:pt x="96362" y="1532"/>
                </a:lnTo>
                <a:lnTo>
                  <a:pt x="48273" y="383"/>
                </a:lnTo>
                <a:lnTo>
                  <a:pt x="0" y="0"/>
                </a:lnTo>
                <a:lnTo>
                  <a:pt x="2977896" y="0"/>
                </a:lnTo>
                <a:lnTo>
                  <a:pt x="2977896" y="2979419"/>
                </a:lnTo>
                <a:close/>
              </a:path>
            </a:pathLst>
          </a:custGeom>
          <a:solidFill>
            <a:srgbClr val="0067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1523" y="3736847"/>
            <a:ext cx="3434079" cy="2979420"/>
            <a:chOff x="-1523" y="3736847"/>
            <a:chExt cx="3434079" cy="2979420"/>
          </a:xfrm>
        </p:grpSpPr>
        <p:sp>
          <p:nvSpPr>
            <p:cNvPr id="4" name="object 4"/>
            <p:cNvSpPr/>
            <p:nvPr/>
          </p:nvSpPr>
          <p:spPr>
            <a:xfrm>
              <a:off x="-1524" y="3736860"/>
              <a:ext cx="3434079" cy="2979420"/>
            </a:xfrm>
            <a:custGeom>
              <a:avLst/>
              <a:gdLst/>
              <a:ahLst/>
              <a:cxnLst/>
              <a:rect l="l" t="t" r="r" b="b"/>
              <a:pathLst>
                <a:path w="3434079" h="2979420">
                  <a:moveTo>
                    <a:pt x="3433572" y="1933943"/>
                  </a:moveTo>
                  <a:lnTo>
                    <a:pt x="3368040" y="1936991"/>
                  </a:lnTo>
                  <a:lnTo>
                    <a:pt x="3321748" y="1943417"/>
                  </a:lnTo>
                  <a:lnTo>
                    <a:pt x="3276562" y="1953018"/>
                  </a:lnTo>
                  <a:lnTo>
                    <a:pt x="3232620" y="1965667"/>
                  </a:lnTo>
                  <a:lnTo>
                    <a:pt x="3190011" y="1981276"/>
                  </a:lnTo>
                  <a:lnTo>
                    <a:pt x="3148876" y="1999703"/>
                  </a:lnTo>
                  <a:lnTo>
                    <a:pt x="3109328" y="2020849"/>
                  </a:lnTo>
                  <a:lnTo>
                    <a:pt x="3071469" y="2044585"/>
                  </a:lnTo>
                  <a:lnTo>
                    <a:pt x="3035439" y="2070785"/>
                  </a:lnTo>
                  <a:lnTo>
                    <a:pt x="3001340" y="2099348"/>
                  </a:lnTo>
                  <a:lnTo>
                    <a:pt x="2969298" y="2130158"/>
                  </a:lnTo>
                  <a:lnTo>
                    <a:pt x="2939415" y="2163076"/>
                  </a:lnTo>
                  <a:lnTo>
                    <a:pt x="2911830" y="2198001"/>
                  </a:lnTo>
                  <a:lnTo>
                    <a:pt x="2886646" y="2234819"/>
                  </a:lnTo>
                  <a:lnTo>
                    <a:pt x="2863989" y="2273401"/>
                  </a:lnTo>
                  <a:lnTo>
                    <a:pt x="2843961" y="2313648"/>
                  </a:lnTo>
                  <a:lnTo>
                    <a:pt x="2826702" y="2355418"/>
                  </a:lnTo>
                  <a:lnTo>
                    <a:pt x="2812313" y="2398598"/>
                  </a:lnTo>
                  <a:lnTo>
                    <a:pt x="2800921" y="2443086"/>
                  </a:lnTo>
                  <a:lnTo>
                    <a:pt x="2792628" y="2488755"/>
                  </a:lnTo>
                  <a:lnTo>
                    <a:pt x="2787573" y="2535491"/>
                  </a:lnTo>
                  <a:lnTo>
                    <a:pt x="2785872" y="2583167"/>
                  </a:lnTo>
                  <a:lnTo>
                    <a:pt x="2785872" y="2973235"/>
                  </a:lnTo>
                  <a:lnTo>
                    <a:pt x="2739733" y="2969920"/>
                  </a:lnTo>
                  <a:lnTo>
                    <a:pt x="2692412" y="2965780"/>
                  </a:lnTo>
                  <a:lnTo>
                    <a:pt x="2645295" y="2960903"/>
                  </a:lnTo>
                  <a:lnTo>
                    <a:pt x="2598394" y="2955302"/>
                  </a:lnTo>
                  <a:lnTo>
                    <a:pt x="2551722" y="2948965"/>
                  </a:lnTo>
                  <a:lnTo>
                    <a:pt x="2505291" y="2941929"/>
                  </a:lnTo>
                  <a:lnTo>
                    <a:pt x="2459088" y="2934170"/>
                  </a:lnTo>
                  <a:lnTo>
                    <a:pt x="2413139" y="2925711"/>
                  </a:lnTo>
                  <a:lnTo>
                    <a:pt x="2367432" y="2916542"/>
                  </a:lnTo>
                  <a:lnTo>
                    <a:pt x="2321979" y="2906687"/>
                  </a:lnTo>
                  <a:lnTo>
                    <a:pt x="2276792" y="2896146"/>
                  </a:lnTo>
                  <a:lnTo>
                    <a:pt x="2231872" y="2884919"/>
                  </a:lnTo>
                  <a:lnTo>
                    <a:pt x="2187219" y="2873019"/>
                  </a:lnTo>
                  <a:lnTo>
                    <a:pt x="2142845" y="2860446"/>
                  </a:lnTo>
                  <a:lnTo>
                    <a:pt x="2098751" y="2847200"/>
                  </a:lnTo>
                  <a:lnTo>
                    <a:pt x="2054961" y="2833306"/>
                  </a:lnTo>
                  <a:lnTo>
                    <a:pt x="2011451" y="2818752"/>
                  </a:lnTo>
                  <a:lnTo>
                    <a:pt x="1968258" y="2803550"/>
                  </a:lnTo>
                  <a:lnTo>
                    <a:pt x="1925358" y="2787713"/>
                  </a:lnTo>
                  <a:lnTo>
                    <a:pt x="1882775" y="2771229"/>
                  </a:lnTo>
                  <a:lnTo>
                    <a:pt x="1840522" y="2754122"/>
                  </a:lnTo>
                  <a:lnTo>
                    <a:pt x="1798574" y="2736392"/>
                  </a:lnTo>
                  <a:lnTo>
                    <a:pt x="1756968" y="2718041"/>
                  </a:lnTo>
                  <a:lnTo>
                    <a:pt x="1715693" y="2699080"/>
                  </a:lnTo>
                  <a:lnTo>
                    <a:pt x="1674774" y="2679496"/>
                  </a:lnTo>
                  <a:lnTo>
                    <a:pt x="1634185" y="2659329"/>
                  </a:lnTo>
                  <a:lnTo>
                    <a:pt x="1593964" y="2638564"/>
                  </a:lnTo>
                  <a:lnTo>
                    <a:pt x="1554086" y="2617203"/>
                  </a:lnTo>
                  <a:lnTo>
                    <a:pt x="1514589" y="2595257"/>
                  </a:lnTo>
                  <a:lnTo>
                    <a:pt x="1475447" y="2572728"/>
                  </a:lnTo>
                  <a:lnTo>
                    <a:pt x="1436700" y="2549639"/>
                  </a:lnTo>
                  <a:lnTo>
                    <a:pt x="1398320" y="2525979"/>
                  </a:lnTo>
                  <a:lnTo>
                    <a:pt x="1360335" y="2501747"/>
                  </a:lnTo>
                  <a:lnTo>
                    <a:pt x="1322743" y="2476970"/>
                  </a:lnTo>
                  <a:lnTo>
                    <a:pt x="1285544" y="2451646"/>
                  </a:lnTo>
                  <a:lnTo>
                    <a:pt x="1248752" y="2425763"/>
                  </a:lnTo>
                  <a:lnTo>
                    <a:pt x="1212380" y="2399360"/>
                  </a:lnTo>
                  <a:lnTo>
                    <a:pt x="1176413" y="2372410"/>
                  </a:lnTo>
                  <a:lnTo>
                    <a:pt x="1140879" y="2344940"/>
                  </a:lnTo>
                  <a:lnTo>
                    <a:pt x="1105763" y="2316950"/>
                  </a:lnTo>
                  <a:lnTo>
                    <a:pt x="1071092" y="2288451"/>
                  </a:lnTo>
                  <a:lnTo>
                    <a:pt x="1036853" y="2259431"/>
                  </a:lnTo>
                  <a:lnTo>
                    <a:pt x="1003071" y="2229916"/>
                  </a:lnTo>
                  <a:lnTo>
                    <a:pt x="969733" y="2199894"/>
                  </a:lnTo>
                  <a:lnTo>
                    <a:pt x="936853" y="2169388"/>
                  </a:lnTo>
                  <a:lnTo>
                    <a:pt x="904430" y="2138400"/>
                  </a:lnTo>
                  <a:lnTo>
                    <a:pt x="872490" y="2106917"/>
                  </a:lnTo>
                  <a:lnTo>
                    <a:pt x="841006" y="2074976"/>
                  </a:lnTo>
                  <a:lnTo>
                    <a:pt x="810018" y="2042553"/>
                  </a:lnTo>
                  <a:lnTo>
                    <a:pt x="779513" y="2009673"/>
                  </a:lnTo>
                  <a:lnTo>
                    <a:pt x="749490" y="1976335"/>
                  </a:lnTo>
                  <a:lnTo>
                    <a:pt x="719975" y="1942553"/>
                  </a:lnTo>
                  <a:lnTo>
                    <a:pt x="690956" y="1908314"/>
                  </a:lnTo>
                  <a:lnTo>
                    <a:pt x="662457" y="1873643"/>
                  </a:lnTo>
                  <a:lnTo>
                    <a:pt x="634466" y="1838528"/>
                  </a:lnTo>
                  <a:lnTo>
                    <a:pt x="606996" y="1802993"/>
                  </a:lnTo>
                  <a:lnTo>
                    <a:pt x="580047" y="1767027"/>
                  </a:lnTo>
                  <a:lnTo>
                    <a:pt x="553643" y="1730654"/>
                  </a:lnTo>
                  <a:lnTo>
                    <a:pt x="527761" y="1693862"/>
                  </a:lnTo>
                  <a:lnTo>
                    <a:pt x="502437" y="1656664"/>
                  </a:lnTo>
                  <a:lnTo>
                    <a:pt x="477659" y="1619072"/>
                  </a:lnTo>
                  <a:lnTo>
                    <a:pt x="453428" y="1581086"/>
                  </a:lnTo>
                  <a:lnTo>
                    <a:pt x="429768" y="1542707"/>
                  </a:lnTo>
                  <a:lnTo>
                    <a:pt x="406679" y="1503959"/>
                  </a:lnTo>
                  <a:lnTo>
                    <a:pt x="384149" y="1464818"/>
                  </a:lnTo>
                  <a:lnTo>
                    <a:pt x="362204" y="1425321"/>
                  </a:lnTo>
                  <a:lnTo>
                    <a:pt x="340842" y="1385443"/>
                  </a:lnTo>
                  <a:lnTo>
                    <a:pt x="320078" y="1345222"/>
                  </a:lnTo>
                  <a:lnTo>
                    <a:pt x="299910" y="1304632"/>
                  </a:lnTo>
                  <a:lnTo>
                    <a:pt x="280327" y="1263713"/>
                  </a:lnTo>
                  <a:lnTo>
                    <a:pt x="261366" y="1222438"/>
                  </a:lnTo>
                  <a:lnTo>
                    <a:pt x="243014" y="1180833"/>
                  </a:lnTo>
                  <a:lnTo>
                    <a:pt x="225285" y="1138885"/>
                  </a:lnTo>
                  <a:lnTo>
                    <a:pt x="208178" y="1096632"/>
                  </a:lnTo>
                  <a:lnTo>
                    <a:pt x="191693" y="1054049"/>
                  </a:lnTo>
                  <a:lnTo>
                    <a:pt x="175856" y="1011148"/>
                  </a:lnTo>
                  <a:lnTo>
                    <a:pt x="160655" y="967955"/>
                  </a:lnTo>
                  <a:lnTo>
                    <a:pt x="146100" y="924445"/>
                  </a:lnTo>
                  <a:lnTo>
                    <a:pt x="132207" y="880656"/>
                  </a:lnTo>
                  <a:lnTo>
                    <a:pt x="118960" y="836561"/>
                  </a:lnTo>
                  <a:lnTo>
                    <a:pt x="106387" y="792187"/>
                  </a:lnTo>
                  <a:lnTo>
                    <a:pt x="94488" y="747534"/>
                  </a:lnTo>
                  <a:lnTo>
                    <a:pt x="83261" y="702614"/>
                  </a:lnTo>
                  <a:lnTo>
                    <a:pt x="72720" y="657428"/>
                  </a:lnTo>
                  <a:lnTo>
                    <a:pt x="62865" y="611974"/>
                  </a:lnTo>
                  <a:lnTo>
                    <a:pt x="53695" y="566267"/>
                  </a:lnTo>
                  <a:lnTo>
                    <a:pt x="45237" y="520319"/>
                  </a:lnTo>
                  <a:lnTo>
                    <a:pt x="37477" y="474116"/>
                  </a:lnTo>
                  <a:lnTo>
                    <a:pt x="30441" y="427685"/>
                  </a:lnTo>
                  <a:lnTo>
                    <a:pt x="24104" y="381012"/>
                  </a:lnTo>
                  <a:lnTo>
                    <a:pt x="18503" y="334111"/>
                  </a:lnTo>
                  <a:lnTo>
                    <a:pt x="13627" y="286994"/>
                  </a:lnTo>
                  <a:lnTo>
                    <a:pt x="9486" y="239674"/>
                  </a:lnTo>
                  <a:lnTo>
                    <a:pt x="6083" y="192125"/>
                  </a:lnTo>
                  <a:lnTo>
                    <a:pt x="3429" y="144386"/>
                  </a:lnTo>
                  <a:lnTo>
                    <a:pt x="1524" y="96443"/>
                  </a:lnTo>
                  <a:lnTo>
                    <a:pt x="393" y="48310"/>
                  </a:lnTo>
                  <a:lnTo>
                    <a:pt x="0" y="0"/>
                  </a:lnTo>
                  <a:lnTo>
                    <a:pt x="0" y="2979407"/>
                  </a:lnTo>
                  <a:lnTo>
                    <a:pt x="2785872" y="2979407"/>
                  </a:lnTo>
                  <a:lnTo>
                    <a:pt x="2979420" y="2979407"/>
                  </a:lnTo>
                  <a:lnTo>
                    <a:pt x="2931096" y="2979026"/>
                  </a:lnTo>
                  <a:lnTo>
                    <a:pt x="2882963" y="2977883"/>
                  </a:lnTo>
                  <a:lnTo>
                    <a:pt x="2845397" y="2976397"/>
                  </a:lnTo>
                  <a:lnTo>
                    <a:pt x="2881668" y="2972358"/>
                  </a:lnTo>
                  <a:lnTo>
                    <a:pt x="2927997" y="2963748"/>
                  </a:lnTo>
                  <a:lnTo>
                    <a:pt x="2973082" y="2951886"/>
                  </a:lnTo>
                  <a:lnTo>
                    <a:pt x="3016834" y="2936938"/>
                  </a:lnTo>
                  <a:lnTo>
                    <a:pt x="3059099" y="2919006"/>
                  </a:lnTo>
                  <a:lnTo>
                    <a:pt x="3099778" y="2898216"/>
                  </a:lnTo>
                  <a:lnTo>
                    <a:pt x="3138728" y="2874708"/>
                  </a:lnTo>
                  <a:lnTo>
                    <a:pt x="3175838" y="2848610"/>
                  </a:lnTo>
                  <a:lnTo>
                    <a:pt x="3210979" y="2820035"/>
                  </a:lnTo>
                  <a:lnTo>
                    <a:pt x="3244024" y="2789097"/>
                  </a:lnTo>
                  <a:lnTo>
                    <a:pt x="3274834" y="2755963"/>
                  </a:lnTo>
                  <a:lnTo>
                    <a:pt x="3303320" y="2720721"/>
                  </a:lnTo>
                  <a:lnTo>
                    <a:pt x="3329330" y="2683510"/>
                  </a:lnTo>
                  <a:lnTo>
                    <a:pt x="3352736" y="2644470"/>
                  </a:lnTo>
                  <a:lnTo>
                    <a:pt x="3373437" y="2603703"/>
                  </a:lnTo>
                  <a:lnTo>
                    <a:pt x="3391293" y="2561348"/>
                  </a:lnTo>
                  <a:lnTo>
                    <a:pt x="3406178" y="2517546"/>
                  </a:lnTo>
                  <a:lnTo>
                    <a:pt x="3417976" y="2472398"/>
                  </a:lnTo>
                  <a:lnTo>
                    <a:pt x="3426549" y="2426030"/>
                  </a:lnTo>
                  <a:lnTo>
                    <a:pt x="3431794" y="2378595"/>
                  </a:lnTo>
                  <a:lnTo>
                    <a:pt x="3433572" y="2330183"/>
                  </a:lnTo>
                  <a:lnTo>
                    <a:pt x="3433572" y="1933943"/>
                  </a:lnTo>
                  <a:close/>
                </a:path>
              </a:pathLst>
            </a:custGeom>
            <a:solidFill>
              <a:srgbClr val="006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135124" y="5670803"/>
              <a:ext cx="649605" cy="1045844"/>
            </a:xfrm>
            <a:custGeom>
              <a:avLst/>
              <a:gdLst/>
              <a:ahLst/>
              <a:cxnLst/>
              <a:rect l="l" t="t" r="r" b="b"/>
              <a:pathLst>
                <a:path w="649605" h="1045845">
                  <a:moveTo>
                    <a:pt x="649224" y="1045464"/>
                  </a:moveTo>
                  <a:lnTo>
                    <a:pt x="600823" y="1043680"/>
                  </a:lnTo>
                  <a:lnTo>
                    <a:pt x="553380" y="1038415"/>
                  </a:lnTo>
                  <a:lnTo>
                    <a:pt x="507020" y="1029793"/>
                  </a:lnTo>
                  <a:lnTo>
                    <a:pt x="461871" y="1017942"/>
                  </a:lnTo>
                  <a:lnTo>
                    <a:pt x="418058" y="1002987"/>
                  </a:lnTo>
                  <a:lnTo>
                    <a:pt x="375707" y="985055"/>
                  </a:lnTo>
                  <a:lnTo>
                    <a:pt x="334945" y="964272"/>
                  </a:lnTo>
                  <a:lnTo>
                    <a:pt x="295898" y="940764"/>
                  </a:lnTo>
                  <a:lnTo>
                    <a:pt x="258692" y="914658"/>
                  </a:lnTo>
                  <a:lnTo>
                    <a:pt x="223454" y="886079"/>
                  </a:lnTo>
                  <a:lnTo>
                    <a:pt x="190309" y="855154"/>
                  </a:lnTo>
                  <a:lnTo>
                    <a:pt x="159384" y="822009"/>
                  </a:lnTo>
                  <a:lnTo>
                    <a:pt x="130805" y="786771"/>
                  </a:lnTo>
                  <a:lnTo>
                    <a:pt x="104699" y="749565"/>
                  </a:lnTo>
                  <a:lnTo>
                    <a:pt x="81191" y="710518"/>
                  </a:lnTo>
                  <a:lnTo>
                    <a:pt x="60408" y="669756"/>
                  </a:lnTo>
                  <a:lnTo>
                    <a:pt x="42476" y="627405"/>
                  </a:lnTo>
                  <a:lnTo>
                    <a:pt x="27521" y="583592"/>
                  </a:lnTo>
                  <a:lnTo>
                    <a:pt x="15670" y="538443"/>
                  </a:lnTo>
                  <a:lnTo>
                    <a:pt x="7048" y="492083"/>
                  </a:lnTo>
                  <a:lnTo>
                    <a:pt x="1783" y="444640"/>
                  </a:lnTo>
                  <a:lnTo>
                    <a:pt x="0" y="396239"/>
                  </a:lnTo>
                  <a:lnTo>
                    <a:pt x="0" y="0"/>
                  </a:lnTo>
                  <a:lnTo>
                    <a:pt x="67056" y="3048"/>
                  </a:lnTo>
                  <a:lnTo>
                    <a:pt x="115427" y="9871"/>
                  </a:lnTo>
                  <a:lnTo>
                    <a:pt x="162607" y="20194"/>
                  </a:lnTo>
                  <a:lnTo>
                    <a:pt x="208457" y="33879"/>
                  </a:lnTo>
                  <a:lnTo>
                    <a:pt x="252837" y="50791"/>
                  </a:lnTo>
                  <a:lnTo>
                    <a:pt x="295608" y="70794"/>
                  </a:lnTo>
                  <a:lnTo>
                    <a:pt x="336630" y="93751"/>
                  </a:lnTo>
                  <a:lnTo>
                    <a:pt x="375763" y="119527"/>
                  </a:lnTo>
                  <a:lnTo>
                    <a:pt x="412869" y="147986"/>
                  </a:lnTo>
                  <a:lnTo>
                    <a:pt x="447808" y="178991"/>
                  </a:lnTo>
                  <a:lnTo>
                    <a:pt x="480441" y="212407"/>
                  </a:lnTo>
                  <a:lnTo>
                    <a:pt x="510627" y="248097"/>
                  </a:lnTo>
                  <a:lnTo>
                    <a:pt x="538228" y="285926"/>
                  </a:lnTo>
                  <a:lnTo>
                    <a:pt x="563103" y="325758"/>
                  </a:lnTo>
                  <a:lnTo>
                    <a:pt x="585115" y="367456"/>
                  </a:lnTo>
                  <a:lnTo>
                    <a:pt x="604123" y="410884"/>
                  </a:lnTo>
                  <a:lnTo>
                    <a:pt x="619987" y="455907"/>
                  </a:lnTo>
                  <a:lnTo>
                    <a:pt x="632569" y="502389"/>
                  </a:lnTo>
                  <a:lnTo>
                    <a:pt x="641729" y="550192"/>
                  </a:lnTo>
                  <a:lnTo>
                    <a:pt x="647327" y="599183"/>
                  </a:lnTo>
                  <a:lnTo>
                    <a:pt x="649224" y="649224"/>
                  </a:lnTo>
                  <a:lnTo>
                    <a:pt x="649224" y="1045464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623185">
              <a:lnSpc>
                <a:spcPct val="100000"/>
              </a:lnSpc>
              <a:spcBef>
                <a:spcPts val="130"/>
              </a:spcBef>
            </a:pPr>
            <a:r>
              <a:rPr dirty="0"/>
              <a:t>SMS</a:t>
            </a:r>
            <a:r>
              <a:rPr dirty="0" spc="-95"/>
              <a:t> </a:t>
            </a:r>
            <a:r>
              <a:rPr dirty="0"/>
              <a:t>ALERT </a:t>
            </a:r>
            <a:r>
              <a:rPr dirty="0" spc="-10"/>
              <a:t>MECHANISM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1158" y="2457741"/>
            <a:ext cx="373062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5</a:t>
            </a:r>
            <a:r>
              <a:rPr dirty="0" sz="1450" spc="10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MINUTES</a:t>
            </a:r>
            <a:r>
              <a:rPr dirty="0" sz="1450" spc="6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BEFORE</a:t>
            </a:r>
            <a:r>
              <a:rPr dirty="0" sz="1450" spc="5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THE</a:t>
            </a:r>
            <a:r>
              <a:rPr dirty="0" sz="1450" spc="9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CLASS</a:t>
            </a:r>
            <a:r>
              <a:rPr dirty="0" sz="1450" spc="7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BF0000"/>
                </a:solidFill>
                <a:latin typeface="Times New Roman"/>
                <a:cs typeface="Times New Roman"/>
              </a:rPr>
              <a:t>STARTS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1158" y="3910128"/>
            <a:ext cx="637032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5</a:t>
            </a:r>
            <a:r>
              <a:rPr dirty="0" sz="1450" spc="6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MINUTES</a:t>
            </a:r>
            <a:r>
              <a:rPr dirty="0" sz="1450" spc="-6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AFTER</a:t>
            </a:r>
            <a:r>
              <a:rPr dirty="0" sz="1450" spc="1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THE</a:t>
            </a:r>
            <a:r>
              <a:rPr dirty="0" sz="1450" spc="7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CLASS</a:t>
            </a:r>
            <a:r>
              <a:rPr dirty="0" sz="1450" spc="2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STARTS</a:t>
            </a:r>
            <a:r>
              <a:rPr dirty="0" sz="1450" spc="4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IF</a:t>
            </a:r>
            <a:r>
              <a:rPr dirty="0" sz="1450" spc="1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BF0000"/>
                </a:solidFill>
                <a:latin typeface="Times New Roman"/>
                <a:cs typeface="Times New Roman"/>
              </a:rPr>
              <a:t>FACULTY</a:t>
            </a:r>
            <a:r>
              <a:rPr dirty="0" sz="1450" spc="-4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IS</a:t>
            </a:r>
            <a:r>
              <a:rPr dirty="0" sz="1450" spc="7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BF0000"/>
                </a:solidFill>
                <a:latin typeface="Times New Roman"/>
                <a:cs typeface="Times New Roman"/>
              </a:rPr>
              <a:t>NOT</a:t>
            </a:r>
            <a:r>
              <a:rPr dirty="0" sz="1450" spc="4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BF0000"/>
                </a:solidFill>
                <a:latin typeface="Times New Roman"/>
                <a:cs typeface="Times New Roman"/>
              </a:rPr>
              <a:t>DETCTED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668" y="2714244"/>
            <a:ext cx="7752587" cy="5897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3668" y="4187952"/>
            <a:ext cx="7752587" cy="5913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2106167"/>
            <a:ext cx="7825739" cy="35036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31016" y="1646952"/>
            <a:ext cx="58527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WEEKLY</a:t>
            </a:r>
            <a:r>
              <a:rPr dirty="0" u="sng" sz="1950" spc="-6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REPORT</a:t>
            </a:r>
            <a:r>
              <a:rPr dirty="0" u="sng" sz="1950" spc="-2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GENERATION</a:t>
            </a:r>
            <a:r>
              <a:rPr dirty="0" u="sng" sz="1950" spc="4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(ADMIN</a:t>
            </a:r>
            <a:r>
              <a:rPr dirty="0" u="sng" sz="1950" spc="-1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VIEW)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79" y="2260092"/>
            <a:ext cx="8383523" cy="32537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31016" y="1646952"/>
            <a:ext cx="58527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WEEKLY</a:t>
            </a:r>
            <a:r>
              <a:rPr dirty="0" u="sng" sz="1950" spc="-6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REPORT</a:t>
            </a:r>
            <a:r>
              <a:rPr dirty="0" u="sng" sz="1950" spc="-2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GENERATION</a:t>
            </a:r>
            <a:r>
              <a:rPr dirty="0" u="sng" sz="1950" spc="4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(ADMIN</a:t>
            </a:r>
            <a:r>
              <a:rPr dirty="0" u="sng" sz="1950" spc="-1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VIEW)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956" y="2337816"/>
            <a:ext cx="8266176" cy="30891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89202" y="1646952"/>
            <a:ext cx="613918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WEEKLY</a:t>
            </a:r>
            <a:r>
              <a:rPr dirty="0" u="sng" sz="1950" spc="-8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REPORT</a:t>
            </a:r>
            <a:r>
              <a:rPr dirty="0" u="sng" sz="1950" spc="-3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GENERATION</a:t>
            </a:r>
            <a:r>
              <a:rPr dirty="0" u="sng" sz="1950" spc="4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35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(FACULTY</a:t>
            </a:r>
            <a:r>
              <a:rPr dirty="0" u="sng" sz="1950" spc="-10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50" spc="-10" b="1">
                <a:solidFill>
                  <a:srgbClr val="001F60"/>
                </a:solidFill>
                <a:uFill>
                  <a:solidFill>
                    <a:srgbClr val="001F60"/>
                  </a:solidFill>
                </a:uFill>
                <a:latin typeface="Times New Roman"/>
                <a:cs typeface="Times New Roman"/>
              </a:rPr>
              <a:t>VIEW)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21301" y="3113151"/>
            <a:ext cx="3860165" cy="7810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4950"/>
              <a:t>THANK</a:t>
            </a:r>
            <a:r>
              <a:rPr dirty="0" u="none" sz="4950" spc="-250"/>
              <a:t> </a:t>
            </a:r>
            <a:r>
              <a:rPr dirty="0" u="none" sz="4950" spc="-25"/>
              <a:t>YOU</a:t>
            </a:r>
            <a:endParaRPr sz="4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Varshitha Chitteti</dc:creator>
  <dc:title>Microsoft PowerPoint - Final PPT</dc:title>
  <dcterms:created xsi:type="dcterms:W3CDTF">2026-04-22T04:01:23Z</dcterms:created>
  <dcterms:modified xsi:type="dcterms:W3CDTF">2026-04-22T04:01:23Z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2026-04-22T00:00:00Z</vt:filetime>
  </property>
  <property fmtid="{D5CDD505-2E9C-101B-9397-08002B2CF9AE}" pid="3" name="LastSaved">
    <vt:filetime>2026-04-22T00:00:00Z</vt:filetime>
  </property>
  <property fmtid="{D5CDD505-2E9C-101B-9397-08002B2CF9AE}" pid="4" name="Producer">
    <vt:lpwstr>Microsoft: Print To PDF</vt:lpwstr>
  </property>
</Properties>
</file>