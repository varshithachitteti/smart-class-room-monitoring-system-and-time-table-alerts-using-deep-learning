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4" r:id="rId5"/>
    <p:sldId id="281" r:id="rId6"/>
    <p:sldId id="282" r:id="rId7"/>
    <p:sldId id="315" r:id="rId8"/>
    <p:sldId id="321" r:id="rId9"/>
    <p:sldId id="327" r:id="rId10"/>
    <p:sldId id="328" r:id="rId11"/>
    <p:sldId id="323" r:id="rId12"/>
    <p:sldId id="324" r:id="rId13"/>
    <p:sldId id="325" r:id="rId14"/>
    <p:sldId id="297" r:id="rId15"/>
    <p:sldId id="326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AE6334-7178-4542-8F60-7E550A1CFD1E}">
          <p14:sldIdLst>
            <p14:sldId id="314"/>
            <p14:sldId id="281"/>
            <p14:sldId id="282"/>
            <p14:sldId id="315"/>
            <p14:sldId id="321"/>
            <p14:sldId id="327"/>
            <p14:sldId id="328"/>
            <p14:sldId id="323"/>
            <p14:sldId id="324"/>
            <p14:sldId id="325"/>
            <p14:sldId id="297"/>
            <p14:sldId id="326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398B9D-2BE7-49D9-8836-6BDF10567A11}" v="32" dt="2026-01-08T08:17:38.931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E3A8-8AC7-81AB-CD22-CEED1DBBA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F1E9B-082C-4977-327C-177A24D45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C9527-846D-C835-0866-5FA817862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587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49ADF-3B50-3CE6-6C7C-BBBF3C97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12A10-FDE4-CA5A-C9F0-AA7B8AF39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0FE6F-DDEA-D5D1-47C9-AFB3DD5AD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43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D04CD-4E75-A5EF-1AF8-EDD33044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F0EB9-ECFC-5CC8-970C-8E9002005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AC48F-EBC7-DF72-2E06-7CE5947DA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25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9C43D-2E79-408E-2389-299A5A26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94164-7DF5-C318-2A29-9B86D7E99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D00BB-420F-EB27-9552-1B8A47046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967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440361"/>
            <a:ext cx="7043617" cy="506426"/>
          </a:xfrm>
        </p:spPr>
        <p:txBody>
          <a:bodyPr/>
          <a:lstStyle/>
          <a:p>
            <a:pPr algn="ctr"/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Batch-09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2333C6-5A0D-EB10-85FE-98D70ADC02DF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3"/>
          <a:stretch>
            <a:fillRect/>
          </a:stretch>
        </p:blipFill>
        <p:spPr>
          <a:xfrm>
            <a:off x="4098567" y="367291"/>
            <a:ext cx="7043737" cy="107306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0B3346-4661-5298-0B3A-57A1A5F90926}"/>
              </a:ext>
            </a:extLst>
          </p:cNvPr>
          <p:cNvSpPr txBox="1"/>
          <p:nvPr/>
        </p:nvSpPr>
        <p:spPr>
          <a:xfrm>
            <a:off x="4198374" y="2212258"/>
            <a:ext cx="7305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3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IN" sz="2300" b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ClassRoom </a:t>
            </a:r>
            <a:r>
              <a:rPr lang="en-IN" sz="23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System and Timetable Alerts Using Deep Learning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C1D535-0A16-235F-66B8-27668640644F}"/>
              </a:ext>
            </a:extLst>
          </p:cNvPr>
          <p:cNvSpPr txBox="1"/>
          <p:nvPr/>
        </p:nvSpPr>
        <p:spPr>
          <a:xfrm>
            <a:off x="4434348" y="3320254"/>
            <a:ext cx="70693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Dr.P.K.VenkateswaraLal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Professor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AD224F-B9AB-0330-5921-7271293BCDFA}"/>
              </a:ext>
            </a:extLst>
          </p:cNvPr>
          <p:cNvSpPr txBox="1"/>
          <p:nvPr/>
        </p:nvSpPr>
        <p:spPr>
          <a:xfrm>
            <a:off x="8475406" y="4444181"/>
            <a:ext cx="33822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P.JASMINE(22F11A0541)</a:t>
            </a:r>
          </a:p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CH.VARSHITHA(22F11A0512)</a:t>
            </a:r>
          </a:p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M.DIVYA SRI(22F11A0530)</a:t>
            </a:r>
          </a:p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E.TEJASWANI(22F11A0516)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541" y="2104103"/>
            <a:ext cx="9930581" cy="393788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studies have explored automated classroom monitoring systems using Biometric systems, and IoT-based solutions.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systems such as fingerprint recognition require physical contact, raising hygiene and usability concerns.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vision-based systems use continuous video surveillance, which causes privacy concerns.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reminder systems are not integrated with real-time classroom supervision.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9F0CA50-A360-344D-2E27-3F81B350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542" y="1266057"/>
            <a:ext cx="10668000" cy="417564"/>
          </a:xfrm>
        </p:spPr>
        <p:txBody>
          <a:bodyPr/>
          <a:lstStyle/>
          <a:p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OVERVIEW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1184481"/>
          </a:xfrm>
        </p:spPr>
        <p:txBody>
          <a:bodyPr/>
          <a:lstStyle/>
          <a:p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09BA9E-A2BA-94AA-02DA-B75DBC0978E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824748" y="2652237"/>
            <a:ext cx="7601278" cy="2085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 face images collected during registration.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Multiple images captured under different lighting  conditions.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Registered images stored securely in the local database.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Faculty timetable data collected from department  schedules.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630371"/>
          </a:xfrm>
        </p:spPr>
        <p:txBody>
          <a:bodyPr/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DE640B-ED41-E78F-F870-5AF62207FBE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30710" y="1691554"/>
            <a:ext cx="6912077" cy="480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 images resized and normalized.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 and image enhancement using OpenCV.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 encoding generated for each faculty.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and low-quality images removed.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3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Registered and Recognized images are compared.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</a:t>
            </a:r>
            <a:r>
              <a:rPr lang="en-US" altLang="en-US" sz="23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stered Image is updated in the website.</a:t>
            </a: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663371"/>
          </a:xfrm>
        </p:spPr>
        <p:txBody>
          <a:bodyPr/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57D22F-0AFF-3EBA-D4C7-702C33B9890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877961" y="2424838"/>
            <a:ext cx="7325032" cy="321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 registration and face data collection.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 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using OpenCV.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using deep learning techniques.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presence status in database.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classroom status on dashboard.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 SMS alerts based on timetable.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C8187-F523-31BA-4ACB-3D7DB6F5B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614" y="1573161"/>
            <a:ext cx="3755922" cy="460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39B2-065F-6395-D284-FE5D33BB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63D02-5366-11DA-2D7B-8A86D08AB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2" y="1946787"/>
            <a:ext cx="10668000" cy="4552336"/>
          </a:xfrm>
        </p:spPr>
        <p:txBody>
          <a:bodyPr>
            <a:normAutofit fontScale="70000" lnSpcReduction="20000"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face encoding model converts each detected face into a </a:t>
            </a:r>
            <a:r>
              <a:rPr lang="en-US" alt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128-dimensional numerical vector</a:t>
            </a: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These vectors represent unique facial features and are used for accurate face comparison.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5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128-D numeric vector is a list of 128 numbers that uniquely represents a person’s face.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[0.12, -0.34, 0.87, 0.05, ..., -0.22]  → total 128 values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fr-FR" altLang="en-US" sz="25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number captures some facial feature, such as: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eyes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of nose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Jawline structure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Facial symmetry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Texture patterns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5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clear face images</a:t>
            </a:r>
          </a:p>
          <a:p>
            <a:pPr algn="just"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35A3F82-DFB2-3B49-43D0-D390C80F8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542" y="1266057"/>
            <a:ext cx="10668000" cy="417564"/>
          </a:xfrm>
        </p:spPr>
        <p:txBody>
          <a:bodyPr/>
          <a:lstStyle/>
          <a:p>
            <a:pPr algn="ctr"/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- based Face Embedding Model </a:t>
            </a:r>
            <a:b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(128-D Face Encoding)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1052A-5299-2BD6-EEC5-8E47FA65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96" t="3237" r="10212" b="8632"/>
          <a:stretch>
            <a:fillRect/>
          </a:stretch>
        </p:blipFill>
        <p:spPr>
          <a:xfrm>
            <a:off x="6577780" y="3634633"/>
            <a:ext cx="4925962" cy="300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53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F93FA-64D1-A9D9-03FA-64E597BF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E40FDEB-412C-204E-D0E5-5C575A6E7168}"/>
              </a:ext>
            </a:extLst>
          </p:cNvPr>
          <p:cNvSpPr txBox="1"/>
          <p:nvPr/>
        </p:nvSpPr>
        <p:spPr>
          <a:xfrm>
            <a:off x="1179870" y="589935"/>
            <a:ext cx="7993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CE1B33-915D-8027-9188-C7CB4107D97E}"/>
              </a:ext>
            </a:extLst>
          </p:cNvPr>
          <p:cNvSpPr txBox="1"/>
          <p:nvPr/>
        </p:nvSpPr>
        <p:spPr>
          <a:xfrm>
            <a:off x="1425679" y="1332526"/>
            <a:ext cx="876054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HOG (Histogram of Oriented Gradients) based Face Detection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image to grayscale internally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Extracts gradient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Slides a detection window across the image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regions resembling a human face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Euclidean Distance-based Face Matching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Compares live face encoding with stored encodings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Returns the closest matching 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Confirms identity if distance is within tolerance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/>
            <a:r>
              <a:rPr lang="en-US" sz="2800" b="1" u="sng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 LIBRARY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is a computer vision library which is used to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Accesses webcam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Captures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image 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formats (rgb2gray)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277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5543-8A87-AA2A-903D-B1D89C27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690B-5298-62C8-ED5C-09F55AE3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023662"/>
          </a:xfrm>
        </p:spPr>
        <p:txBody>
          <a:bodyPr/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TIMETABLE-BASED ALERT MECHANISM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7B5F47F-2C68-C437-DDD1-0D28293501D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58529" y="2380149"/>
            <a:ext cx="6784258" cy="2683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Timetable stored in database.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checks upcoming classes.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SMS alert sent before class time.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notified if faculty is absent.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84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C2D2-0755-9BE8-6E40-1907068E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66B2EC-57B9-4955-065C-B0A0FB863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663371"/>
          </a:xfrm>
        </p:spPr>
        <p:txBody>
          <a:bodyPr/>
          <a:lstStyle/>
          <a:p>
            <a:r>
              <a:rPr 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MONITORING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EF86ED-49B1-59C5-0F07-27FA0C0A69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4832" r="4832"/>
          <a:stretch/>
        </p:blipFill>
        <p:spPr bwMode="auto">
          <a:xfrm>
            <a:off x="2047564" y="1818968"/>
            <a:ext cx="8881462" cy="4493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364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0EBA-9BF5-A09F-3926-6081F1758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5" y="452285"/>
            <a:ext cx="6996635" cy="855406"/>
          </a:xfrm>
        </p:spPr>
        <p:txBody>
          <a:bodyPr/>
          <a:lstStyle/>
          <a:p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IN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</a:t>
            </a:r>
            <a:endParaRPr lang="en-IN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6C9FE-43D8-22E7-58E0-14B2D1C94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1691149"/>
            <a:ext cx="8465573" cy="4350836"/>
          </a:xfrm>
        </p:spPr>
        <p:txBody>
          <a:bodyPr>
            <a:normAutofit fontScale="25000" lnSpcReduction="20000"/>
          </a:bodyPr>
          <a:lstStyle/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9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automatic faculty weekly report generation.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9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management according to admin and faculty.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9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support multiple classrooms and cameras.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9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on cloud for </a:t>
            </a:r>
            <a:r>
              <a:rPr lang="en-US" sz="9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large-scale datasets.</a:t>
            </a:r>
            <a:endParaRPr lang="en-US" sz="9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9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face recognition accuracy using advanced deep learning models.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041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3"/>
            <a:ext cx="5715000" cy="752876"/>
          </a:xfrm>
        </p:spPr>
        <p:txBody>
          <a:bodyPr/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1838632"/>
            <a:ext cx="6508954" cy="4209616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smart classroom monitoring system using face recognition and timetable-based SMS alerts to automate classroom supervision. It provides real-time classroom status through a web dashboard while ensuring faculty privacy by avoiding continuous surveillance. The system improves faculty punctuality, reduces manual monitoring, and is scalable for modern educational institutions.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244A9B-1B26-3670-FA79-6EA84D81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5433306"/>
          </a:xfrm>
        </p:spPr>
        <p:txBody>
          <a:bodyPr/>
          <a:lstStyle/>
          <a:p>
            <a:r>
              <a:rPr lang="en-IN" sz="72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6967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310</TotalTime>
  <Words>567</Words>
  <Application>Microsoft Office PowerPoint</Application>
  <PresentationFormat>Widescreen</PresentationFormat>
  <Paragraphs>82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Times New Roman</vt:lpstr>
      <vt:lpstr>Custom</vt:lpstr>
      <vt:lpstr>Batch-09</vt:lpstr>
      <vt:lpstr>LITERATURE OVERVIEW</vt:lpstr>
      <vt:lpstr>DaTA COLLECtion</vt:lpstr>
      <vt:lpstr>DATA PREPROCESSING</vt:lpstr>
      <vt:lpstr>PROPOSED METHODOLOGY</vt:lpstr>
      <vt:lpstr>Deep Learning - based Face Embedding Model  (128-D Face Encoding)</vt:lpstr>
      <vt:lpstr>PowerPoint Presentation</vt:lpstr>
      <vt:lpstr>TIMETABLE-BASED ALERT MECHANISM</vt:lpstr>
      <vt:lpstr>WEB DASHBOARD MONITORING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Varshitha Chitteti</dc:creator>
  <cp:lastModifiedBy>Varshitha Chitteti</cp:lastModifiedBy>
  <cp:revision>6</cp:revision>
  <dcterms:created xsi:type="dcterms:W3CDTF">2026-01-07T07:53:40Z</dcterms:created>
  <dcterms:modified xsi:type="dcterms:W3CDTF">2026-01-08T09:30:32Z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