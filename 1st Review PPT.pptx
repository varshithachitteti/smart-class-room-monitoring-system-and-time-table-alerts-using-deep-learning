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2" r:id="rId4"/>
    <p:sldId id="258" r:id="rId5"/>
    <p:sldId id="259" r:id="rId6"/>
    <p:sldId id="260" r:id="rId7"/>
    <p:sldId id="261" r:id="rId8"/>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F5ED19-E68C-4CAA-9F1B-2E7553CB73D7}" v="3" dt="2025-07-27T14:18:13.67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2" d="100"/>
          <a:sy n="52"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shitha Chitteti" userId="60cbdf551198b912" providerId="LiveId" clId="{A1F5ED19-E68C-4CAA-9F1B-2E7553CB73D7}"/>
    <pc:docChg chg="undo custSel modSld">
      <pc:chgData name="Varshitha Chitteti" userId="60cbdf551198b912" providerId="LiveId" clId="{A1F5ED19-E68C-4CAA-9F1B-2E7553CB73D7}" dt="2025-07-27T15:25:27.123" v="823" actId="255"/>
      <pc:docMkLst>
        <pc:docMk/>
      </pc:docMkLst>
      <pc:sldChg chg="modSp mod">
        <pc:chgData name="Varshitha Chitteti" userId="60cbdf551198b912" providerId="LiveId" clId="{A1F5ED19-E68C-4CAA-9F1B-2E7553CB73D7}" dt="2025-07-27T15:25:27.123" v="823" actId="255"/>
        <pc:sldMkLst>
          <pc:docMk/>
          <pc:sldMk cId="0" sldId="256"/>
        </pc:sldMkLst>
        <pc:spChg chg="mod">
          <ac:chgData name="Varshitha Chitteti" userId="60cbdf551198b912" providerId="LiveId" clId="{A1F5ED19-E68C-4CAA-9F1B-2E7553CB73D7}" dt="2025-07-27T14:26:11.763" v="822" actId="123"/>
          <ac:spMkLst>
            <pc:docMk/>
            <pc:sldMk cId="0" sldId="256"/>
            <ac:spMk id="6" creationId="{00000000-0000-0000-0000-000000000000}"/>
          </ac:spMkLst>
        </pc:spChg>
        <pc:spChg chg="mod">
          <ac:chgData name="Varshitha Chitteti" userId="60cbdf551198b912" providerId="LiveId" clId="{A1F5ED19-E68C-4CAA-9F1B-2E7553CB73D7}" dt="2025-07-27T15:25:27.123" v="823" actId="255"/>
          <ac:spMkLst>
            <pc:docMk/>
            <pc:sldMk cId="0" sldId="256"/>
            <ac:spMk id="7" creationId="{00000000-0000-0000-0000-000000000000}"/>
          </ac:spMkLst>
        </pc:spChg>
        <pc:spChg chg="mod">
          <ac:chgData name="Varshitha Chitteti" userId="60cbdf551198b912" providerId="LiveId" clId="{A1F5ED19-E68C-4CAA-9F1B-2E7553CB73D7}" dt="2025-07-27T14:19:03.982" v="577" actId="14100"/>
          <ac:spMkLst>
            <pc:docMk/>
            <pc:sldMk cId="0" sldId="256"/>
            <ac:spMk id="8" creationId="{00000000-0000-0000-0000-000000000000}"/>
          </ac:spMkLst>
        </pc:spChg>
      </pc:sldChg>
      <pc:sldChg chg="modSp mod">
        <pc:chgData name="Varshitha Chitteti" userId="60cbdf551198b912" providerId="LiveId" clId="{A1F5ED19-E68C-4CAA-9F1B-2E7553CB73D7}" dt="2025-07-27T14:10:23.148" v="555" actId="123"/>
        <pc:sldMkLst>
          <pc:docMk/>
          <pc:sldMk cId="0" sldId="257"/>
        </pc:sldMkLst>
        <pc:spChg chg="mod">
          <ac:chgData name="Varshitha Chitteti" userId="60cbdf551198b912" providerId="LiveId" clId="{A1F5ED19-E68C-4CAA-9F1B-2E7553CB73D7}" dt="2025-07-27T14:08:13.791" v="536" actId="255"/>
          <ac:spMkLst>
            <pc:docMk/>
            <pc:sldMk cId="0" sldId="257"/>
            <ac:spMk id="2" creationId="{00000000-0000-0000-0000-000000000000}"/>
          </ac:spMkLst>
        </pc:spChg>
        <pc:spChg chg="mod">
          <ac:chgData name="Varshitha Chitteti" userId="60cbdf551198b912" providerId="LiveId" clId="{A1F5ED19-E68C-4CAA-9F1B-2E7553CB73D7}" dt="2025-07-27T14:10:23.148" v="555" actId="123"/>
          <ac:spMkLst>
            <pc:docMk/>
            <pc:sldMk cId="0" sldId="257"/>
            <ac:spMk id="3" creationId="{00000000-0000-0000-0000-000000000000}"/>
          </ac:spMkLst>
        </pc:spChg>
      </pc:sldChg>
      <pc:sldChg chg="addSp delSp modSp mod">
        <pc:chgData name="Varshitha Chitteti" userId="60cbdf551198b912" providerId="LiveId" clId="{A1F5ED19-E68C-4CAA-9F1B-2E7553CB73D7}" dt="2025-07-27T14:08:43.759" v="545" actId="123"/>
        <pc:sldMkLst>
          <pc:docMk/>
          <pc:sldMk cId="0" sldId="258"/>
        </pc:sldMkLst>
        <pc:spChg chg="mod">
          <ac:chgData name="Varshitha Chitteti" userId="60cbdf551198b912" providerId="LiveId" clId="{A1F5ED19-E68C-4CAA-9F1B-2E7553CB73D7}" dt="2025-07-27T14:08:43.759" v="545" actId="123"/>
          <ac:spMkLst>
            <pc:docMk/>
            <pc:sldMk cId="0" sldId="258"/>
            <ac:spMk id="2" creationId="{00000000-0000-0000-0000-000000000000}"/>
          </ac:spMkLst>
        </pc:spChg>
        <pc:grpChg chg="del">
          <ac:chgData name="Varshitha Chitteti" userId="60cbdf551198b912" providerId="LiveId" clId="{A1F5ED19-E68C-4CAA-9F1B-2E7553CB73D7}" dt="2025-07-27T13:39:14.325" v="0" actId="478"/>
          <ac:grpSpMkLst>
            <pc:docMk/>
            <pc:sldMk cId="0" sldId="258"/>
            <ac:grpSpMk id="3" creationId="{00000000-0000-0000-0000-000000000000}"/>
          </ac:grpSpMkLst>
        </pc:grpChg>
        <pc:picChg chg="add del mod">
          <ac:chgData name="Varshitha Chitteti" userId="60cbdf551198b912" providerId="LiveId" clId="{A1F5ED19-E68C-4CAA-9F1B-2E7553CB73D7}" dt="2025-07-27T13:40:48.736" v="11" actId="21"/>
          <ac:picMkLst>
            <pc:docMk/>
            <pc:sldMk cId="0" sldId="258"/>
            <ac:picMk id="7" creationId="{D1A70256-ECE8-4209-967B-59BBF97E66FD}"/>
          </ac:picMkLst>
        </pc:picChg>
        <pc:picChg chg="add mod">
          <ac:chgData name="Varshitha Chitteti" userId="60cbdf551198b912" providerId="LiveId" clId="{A1F5ED19-E68C-4CAA-9F1B-2E7553CB73D7}" dt="2025-07-27T13:41:40.301" v="20" actId="1076"/>
          <ac:picMkLst>
            <pc:docMk/>
            <pc:sldMk cId="0" sldId="258"/>
            <ac:picMk id="9" creationId="{F21AE6C1-9901-692F-B6E4-701D9FC619C6}"/>
          </ac:picMkLst>
        </pc:picChg>
      </pc:sldChg>
      <pc:sldChg chg="delSp modSp mod">
        <pc:chgData name="Varshitha Chitteti" userId="60cbdf551198b912" providerId="LiveId" clId="{A1F5ED19-E68C-4CAA-9F1B-2E7553CB73D7}" dt="2025-07-27T14:10:48.506" v="557" actId="255"/>
        <pc:sldMkLst>
          <pc:docMk/>
          <pc:sldMk cId="0" sldId="259"/>
        </pc:sldMkLst>
        <pc:spChg chg="mod">
          <ac:chgData name="Varshitha Chitteti" userId="60cbdf551198b912" providerId="LiveId" clId="{A1F5ED19-E68C-4CAA-9F1B-2E7553CB73D7}" dt="2025-07-27T14:10:32.461" v="556" actId="1076"/>
          <ac:spMkLst>
            <pc:docMk/>
            <pc:sldMk cId="0" sldId="259"/>
            <ac:spMk id="2" creationId="{00000000-0000-0000-0000-000000000000}"/>
          </ac:spMkLst>
        </pc:spChg>
        <pc:spChg chg="mod">
          <ac:chgData name="Varshitha Chitteti" userId="60cbdf551198b912" providerId="LiveId" clId="{A1F5ED19-E68C-4CAA-9F1B-2E7553CB73D7}" dt="2025-07-27T14:10:48.506" v="557" actId="255"/>
          <ac:spMkLst>
            <pc:docMk/>
            <pc:sldMk cId="0" sldId="259"/>
            <ac:spMk id="8" creationId="{00000000-0000-0000-0000-000000000000}"/>
          </ac:spMkLst>
        </pc:spChg>
        <pc:picChg chg="del">
          <ac:chgData name="Varshitha Chitteti" userId="60cbdf551198b912" providerId="LiveId" clId="{A1F5ED19-E68C-4CAA-9F1B-2E7553CB73D7}" dt="2025-07-27T13:58:16.421" v="121" actId="478"/>
          <ac:picMkLst>
            <pc:docMk/>
            <pc:sldMk cId="0" sldId="259"/>
            <ac:picMk id="3" creationId="{00000000-0000-0000-0000-000000000000}"/>
          </ac:picMkLst>
        </pc:picChg>
        <pc:picChg chg="del">
          <ac:chgData name="Varshitha Chitteti" userId="60cbdf551198b912" providerId="LiveId" clId="{A1F5ED19-E68C-4CAA-9F1B-2E7553CB73D7}" dt="2025-07-27T13:58:16.421" v="121" actId="478"/>
          <ac:picMkLst>
            <pc:docMk/>
            <pc:sldMk cId="0" sldId="259"/>
            <ac:picMk id="4" creationId="{00000000-0000-0000-0000-000000000000}"/>
          </ac:picMkLst>
        </pc:picChg>
        <pc:picChg chg="del">
          <ac:chgData name="Varshitha Chitteti" userId="60cbdf551198b912" providerId="LiveId" clId="{A1F5ED19-E68C-4CAA-9F1B-2E7553CB73D7}" dt="2025-07-27T13:58:16.421" v="121" actId="478"/>
          <ac:picMkLst>
            <pc:docMk/>
            <pc:sldMk cId="0" sldId="259"/>
            <ac:picMk id="5" creationId="{00000000-0000-0000-0000-000000000000}"/>
          </ac:picMkLst>
        </pc:picChg>
        <pc:picChg chg="del">
          <ac:chgData name="Varshitha Chitteti" userId="60cbdf551198b912" providerId="LiveId" clId="{A1F5ED19-E68C-4CAA-9F1B-2E7553CB73D7}" dt="2025-07-27T13:58:16.421" v="121" actId="478"/>
          <ac:picMkLst>
            <pc:docMk/>
            <pc:sldMk cId="0" sldId="259"/>
            <ac:picMk id="6" creationId="{00000000-0000-0000-0000-000000000000}"/>
          </ac:picMkLst>
        </pc:picChg>
        <pc:picChg chg="del">
          <ac:chgData name="Varshitha Chitteti" userId="60cbdf551198b912" providerId="LiveId" clId="{A1F5ED19-E68C-4CAA-9F1B-2E7553CB73D7}" dt="2025-07-27T13:58:19.337" v="122" actId="478"/>
          <ac:picMkLst>
            <pc:docMk/>
            <pc:sldMk cId="0" sldId="259"/>
            <ac:picMk id="7" creationId="{00000000-0000-0000-0000-000000000000}"/>
          </ac:picMkLst>
        </pc:picChg>
      </pc:sldChg>
      <pc:sldChg chg="delSp modSp mod">
        <pc:chgData name="Varshitha Chitteti" userId="60cbdf551198b912" providerId="LiveId" clId="{A1F5ED19-E68C-4CAA-9F1B-2E7553CB73D7}" dt="2025-07-27T14:12:34.571" v="565" actId="14100"/>
        <pc:sldMkLst>
          <pc:docMk/>
          <pc:sldMk cId="0" sldId="260"/>
        </pc:sldMkLst>
        <pc:spChg chg="mod">
          <ac:chgData name="Varshitha Chitteti" userId="60cbdf551198b912" providerId="LiveId" clId="{A1F5ED19-E68C-4CAA-9F1B-2E7553CB73D7}" dt="2025-07-27T14:11:47.035" v="561" actId="1076"/>
          <ac:spMkLst>
            <pc:docMk/>
            <pc:sldMk cId="0" sldId="260"/>
            <ac:spMk id="2" creationId="{00000000-0000-0000-0000-000000000000}"/>
          </ac:spMkLst>
        </pc:spChg>
        <pc:spChg chg="mod">
          <ac:chgData name="Varshitha Chitteti" userId="60cbdf551198b912" providerId="LiveId" clId="{A1F5ED19-E68C-4CAA-9F1B-2E7553CB73D7}" dt="2025-07-27T14:12:34.571" v="565" actId="14100"/>
          <ac:spMkLst>
            <pc:docMk/>
            <pc:sldMk cId="0" sldId="260"/>
            <ac:spMk id="8" creationId="{00000000-0000-0000-0000-000000000000}"/>
          </ac:spMkLst>
        </pc:spChg>
        <pc:picChg chg="del mod">
          <ac:chgData name="Varshitha Chitteti" userId="60cbdf551198b912" providerId="LiveId" clId="{A1F5ED19-E68C-4CAA-9F1B-2E7553CB73D7}" dt="2025-07-27T14:02:48.764" v="317" actId="478"/>
          <ac:picMkLst>
            <pc:docMk/>
            <pc:sldMk cId="0" sldId="260"/>
            <ac:picMk id="3" creationId="{00000000-0000-0000-0000-000000000000}"/>
          </ac:picMkLst>
        </pc:picChg>
        <pc:picChg chg="del">
          <ac:chgData name="Varshitha Chitteti" userId="60cbdf551198b912" providerId="LiveId" clId="{A1F5ED19-E68C-4CAA-9F1B-2E7553CB73D7}" dt="2025-07-27T14:02:52.856" v="318" actId="478"/>
          <ac:picMkLst>
            <pc:docMk/>
            <pc:sldMk cId="0" sldId="260"/>
            <ac:picMk id="4" creationId="{00000000-0000-0000-0000-000000000000}"/>
          </ac:picMkLst>
        </pc:picChg>
        <pc:picChg chg="del">
          <ac:chgData name="Varshitha Chitteti" userId="60cbdf551198b912" providerId="LiveId" clId="{A1F5ED19-E68C-4CAA-9F1B-2E7553CB73D7}" dt="2025-07-27T14:02:55.925" v="319" actId="478"/>
          <ac:picMkLst>
            <pc:docMk/>
            <pc:sldMk cId="0" sldId="260"/>
            <ac:picMk id="5" creationId="{00000000-0000-0000-0000-000000000000}"/>
          </ac:picMkLst>
        </pc:picChg>
        <pc:picChg chg="del">
          <ac:chgData name="Varshitha Chitteti" userId="60cbdf551198b912" providerId="LiveId" clId="{A1F5ED19-E68C-4CAA-9F1B-2E7553CB73D7}" dt="2025-07-27T14:02:58.110" v="320" actId="478"/>
          <ac:picMkLst>
            <pc:docMk/>
            <pc:sldMk cId="0" sldId="260"/>
            <ac:picMk id="6" creationId="{00000000-0000-0000-0000-000000000000}"/>
          </ac:picMkLst>
        </pc:picChg>
        <pc:picChg chg="del">
          <ac:chgData name="Varshitha Chitteti" userId="60cbdf551198b912" providerId="LiveId" clId="{A1F5ED19-E68C-4CAA-9F1B-2E7553CB73D7}" dt="2025-07-27T14:03:01.076" v="321" actId="478"/>
          <ac:picMkLst>
            <pc:docMk/>
            <pc:sldMk cId="0" sldId="260"/>
            <ac:picMk id="7" creationId="{00000000-0000-0000-0000-000000000000}"/>
          </ac:picMkLst>
        </pc:picChg>
      </pc:sldChg>
      <pc:sldChg chg="modSp mod">
        <pc:chgData name="Varshitha Chitteti" userId="60cbdf551198b912" providerId="LiveId" clId="{A1F5ED19-E68C-4CAA-9F1B-2E7553CB73D7}" dt="2025-07-27T14:12:58.486" v="566" actId="255"/>
        <pc:sldMkLst>
          <pc:docMk/>
          <pc:sldMk cId="0" sldId="261"/>
        </pc:sldMkLst>
        <pc:spChg chg="mod">
          <ac:chgData name="Varshitha Chitteti" userId="60cbdf551198b912" providerId="LiveId" clId="{A1F5ED19-E68C-4CAA-9F1B-2E7553CB73D7}" dt="2025-07-27T14:12:58.486" v="566" actId="255"/>
          <ac:spMkLst>
            <pc:docMk/>
            <pc:sldMk cId="0" sldId="261"/>
            <ac:spMk id="2" creationId="{00000000-0000-0000-0000-000000000000}"/>
          </ac:spMkLst>
        </pc:spChg>
      </pc:sldChg>
      <pc:sldChg chg="modSp mod">
        <pc:chgData name="Varshitha Chitteti" userId="60cbdf551198b912" providerId="LiveId" clId="{A1F5ED19-E68C-4CAA-9F1B-2E7553CB73D7}" dt="2025-07-27T14:08:54.770" v="546" actId="255"/>
        <pc:sldMkLst>
          <pc:docMk/>
          <pc:sldMk cId="5103576" sldId="262"/>
        </pc:sldMkLst>
        <pc:spChg chg="mod">
          <ac:chgData name="Varshitha Chitteti" userId="60cbdf551198b912" providerId="LiveId" clId="{A1F5ED19-E68C-4CAA-9F1B-2E7553CB73D7}" dt="2025-07-27T14:08:54.770" v="546" actId="255"/>
          <ac:spMkLst>
            <pc:docMk/>
            <pc:sldMk cId="5103576" sldId="262"/>
            <ac:spMk id="2" creationId="{F54BF4EA-1BD7-6E29-8360-9E6820A7DB63}"/>
          </ac:spMkLst>
        </pc:spChg>
        <pc:spChg chg="mod">
          <ac:chgData name="Varshitha Chitteti" userId="60cbdf551198b912" providerId="LiveId" clId="{A1F5ED19-E68C-4CAA-9F1B-2E7553CB73D7}" dt="2025-07-27T13:50:48.960" v="67" actId="255"/>
          <ac:spMkLst>
            <pc:docMk/>
            <pc:sldMk cId="5103576" sldId="262"/>
            <ac:spMk id="3" creationId="{CAB17E2D-95BC-B9FE-E9AE-DB6020B9498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5000" b="1" i="0">
                <a:solidFill>
                  <a:srgbClr val="136B94"/>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000" b="0" i="0">
                <a:solidFill>
                  <a:srgbClr val="16536F"/>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1" i="0">
                <a:solidFill>
                  <a:srgbClr val="136B94"/>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000" b="0" i="0">
                <a:solidFill>
                  <a:srgbClr val="16536F"/>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1" i="0">
                <a:solidFill>
                  <a:srgbClr val="136B94"/>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1" i="0">
                <a:solidFill>
                  <a:srgbClr val="136B94"/>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4275892" y="0"/>
            <a:ext cx="4012565" cy="4112895"/>
          </a:xfrm>
          <a:custGeom>
            <a:avLst/>
            <a:gdLst/>
            <a:ahLst/>
            <a:cxnLst/>
            <a:rect l="l" t="t" r="r" b="b"/>
            <a:pathLst>
              <a:path w="4012565" h="4112895">
                <a:moveTo>
                  <a:pt x="0" y="0"/>
                </a:moveTo>
                <a:lnTo>
                  <a:pt x="4012107" y="0"/>
                </a:lnTo>
                <a:lnTo>
                  <a:pt x="4012107" y="4112422"/>
                </a:lnTo>
                <a:lnTo>
                  <a:pt x="0" y="0"/>
                </a:lnTo>
                <a:close/>
              </a:path>
            </a:pathLst>
          </a:custGeom>
          <a:solidFill>
            <a:srgbClr val="136B94"/>
          </a:solidFill>
        </p:spPr>
        <p:txBody>
          <a:bodyPr wrap="square" lIns="0" tIns="0" rIns="0" bIns="0" rtlCol="0"/>
          <a:lstStyle/>
          <a:p>
            <a:endParaRPr/>
          </a:p>
        </p:txBody>
      </p:sp>
      <p:sp>
        <p:nvSpPr>
          <p:cNvPr id="17" name="bg object 17"/>
          <p:cNvSpPr/>
          <p:nvPr/>
        </p:nvSpPr>
        <p:spPr>
          <a:xfrm>
            <a:off x="14472014" y="0"/>
            <a:ext cx="3816350" cy="3911600"/>
          </a:xfrm>
          <a:custGeom>
            <a:avLst/>
            <a:gdLst/>
            <a:ahLst/>
            <a:cxnLst/>
            <a:rect l="l" t="t" r="r" b="b"/>
            <a:pathLst>
              <a:path w="3816350" h="3911600">
                <a:moveTo>
                  <a:pt x="0" y="0"/>
                </a:moveTo>
                <a:lnTo>
                  <a:pt x="3815986" y="0"/>
                </a:lnTo>
                <a:lnTo>
                  <a:pt x="3815986" y="3911354"/>
                </a:lnTo>
                <a:lnTo>
                  <a:pt x="0" y="0"/>
                </a:lnTo>
                <a:close/>
              </a:path>
            </a:pathLst>
          </a:custGeom>
          <a:solidFill>
            <a:srgbClr val="18A6CD"/>
          </a:solidFill>
        </p:spPr>
        <p:txBody>
          <a:bodyPr wrap="square" lIns="0" tIns="0" rIns="0" bIns="0" rtlCol="0"/>
          <a:lstStyle/>
          <a:p>
            <a:endParaRPr/>
          </a:p>
        </p:txBody>
      </p:sp>
      <p:sp>
        <p:nvSpPr>
          <p:cNvPr id="18" name="bg object 18"/>
          <p:cNvSpPr/>
          <p:nvPr/>
        </p:nvSpPr>
        <p:spPr>
          <a:xfrm>
            <a:off x="15604427" y="11"/>
            <a:ext cx="2684145" cy="3700779"/>
          </a:xfrm>
          <a:custGeom>
            <a:avLst/>
            <a:gdLst/>
            <a:ahLst/>
            <a:cxnLst/>
            <a:rect l="l" t="t" r="r" b="b"/>
            <a:pathLst>
              <a:path w="2684144" h="3700779">
                <a:moveTo>
                  <a:pt x="2683573" y="0"/>
                </a:moveTo>
                <a:lnTo>
                  <a:pt x="1181735" y="0"/>
                </a:lnTo>
                <a:lnTo>
                  <a:pt x="395859" y="0"/>
                </a:lnTo>
                <a:lnTo>
                  <a:pt x="0" y="0"/>
                </a:lnTo>
                <a:lnTo>
                  <a:pt x="2356307" y="3210191"/>
                </a:lnTo>
                <a:lnTo>
                  <a:pt x="2375649" y="3210191"/>
                </a:lnTo>
                <a:lnTo>
                  <a:pt x="2376970" y="3204692"/>
                </a:lnTo>
                <a:lnTo>
                  <a:pt x="2683573" y="3700640"/>
                </a:lnTo>
                <a:lnTo>
                  <a:pt x="2683573" y="0"/>
                </a:lnTo>
                <a:close/>
              </a:path>
            </a:pathLst>
          </a:custGeom>
          <a:solidFill>
            <a:srgbClr val="136B94"/>
          </a:solidFill>
        </p:spPr>
        <p:txBody>
          <a:bodyPr wrap="square" lIns="0" tIns="0" rIns="0" bIns="0" rtlCol="0"/>
          <a:lstStyle/>
          <a:p>
            <a:endParaRPr/>
          </a:p>
        </p:txBody>
      </p:sp>
      <p:sp>
        <p:nvSpPr>
          <p:cNvPr id="19" name="bg object 19"/>
          <p:cNvSpPr/>
          <p:nvPr/>
        </p:nvSpPr>
        <p:spPr>
          <a:xfrm>
            <a:off x="0" y="9555377"/>
            <a:ext cx="18288000" cy="732155"/>
          </a:xfrm>
          <a:custGeom>
            <a:avLst/>
            <a:gdLst/>
            <a:ahLst/>
            <a:cxnLst/>
            <a:rect l="l" t="t" r="r" b="b"/>
            <a:pathLst>
              <a:path w="18288000" h="732154">
                <a:moveTo>
                  <a:pt x="18287999" y="731621"/>
                </a:moveTo>
                <a:lnTo>
                  <a:pt x="0" y="731621"/>
                </a:lnTo>
                <a:lnTo>
                  <a:pt x="0" y="0"/>
                </a:lnTo>
                <a:lnTo>
                  <a:pt x="18287999" y="0"/>
                </a:lnTo>
                <a:lnTo>
                  <a:pt x="18287999" y="731621"/>
                </a:lnTo>
                <a:close/>
              </a:path>
            </a:pathLst>
          </a:custGeom>
          <a:solidFill>
            <a:srgbClr val="136B94"/>
          </a:solidFill>
        </p:spPr>
        <p:txBody>
          <a:bodyPr wrap="square" lIns="0" tIns="0" rIns="0" bIns="0" rtlCol="0"/>
          <a:lstStyle/>
          <a:p>
            <a:endParaRPr/>
          </a:p>
        </p:txBody>
      </p:sp>
      <p:sp>
        <p:nvSpPr>
          <p:cNvPr id="2" name="Holder 2"/>
          <p:cNvSpPr>
            <a:spLocks noGrp="1"/>
          </p:cNvSpPr>
          <p:nvPr>
            <p:ph type="title"/>
          </p:nvPr>
        </p:nvSpPr>
        <p:spPr>
          <a:xfrm>
            <a:off x="1016000" y="591340"/>
            <a:ext cx="14817090" cy="4355465"/>
          </a:xfrm>
          <a:prstGeom prst="rect">
            <a:avLst/>
          </a:prstGeom>
        </p:spPr>
        <p:txBody>
          <a:bodyPr wrap="square" lIns="0" tIns="0" rIns="0" bIns="0">
            <a:spAutoFit/>
          </a:bodyPr>
          <a:lstStyle>
            <a:lvl1pPr>
              <a:defRPr sz="5000" b="1" i="0">
                <a:solidFill>
                  <a:srgbClr val="136B94"/>
                </a:solidFill>
                <a:latin typeface="Times New Roman"/>
                <a:cs typeface="Times New Roman"/>
              </a:defRPr>
            </a:lvl1pPr>
          </a:lstStyle>
          <a:p>
            <a:endParaRPr/>
          </a:p>
        </p:txBody>
      </p:sp>
      <p:sp>
        <p:nvSpPr>
          <p:cNvPr id="3" name="Holder 3"/>
          <p:cNvSpPr>
            <a:spLocks noGrp="1"/>
          </p:cNvSpPr>
          <p:nvPr>
            <p:ph type="body" idx="1"/>
          </p:nvPr>
        </p:nvSpPr>
        <p:spPr>
          <a:xfrm>
            <a:off x="1016000" y="2869798"/>
            <a:ext cx="16275050" cy="5264150"/>
          </a:xfrm>
          <a:prstGeom prst="rect">
            <a:avLst/>
          </a:prstGeom>
        </p:spPr>
        <p:txBody>
          <a:bodyPr wrap="square" lIns="0" tIns="0" rIns="0" bIns="0">
            <a:spAutoFit/>
          </a:bodyPr>
          <a:lstStyle>
            <a:lvl1pPr>
              <a:defRPr sz="3000" b="0" i="0">
                <a:solidFill>
                  <a:srgbClr val="16536F"/>
                </a:solidFill>
                <a:latin typeface="Times New Roman"/>
                <a:cs typeface="Times New Roman"/>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7/29/2025</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393293"/>
            <a:ext cx="3931285" cy="3856354"/>
            <a:chOff x="0" y="6393293"/>
            <a:chExt cx="3931285" cy="3856354"/>
          </a:xfrm>
        </p:grpSpPr>
        <p:sp>
          <p:nvSpPr>
            <p:cNvPr id="3" name="object 3"/>
            <p:cNvSpPr/>
            <p:nvPr/>
          </p:nvSpPr>
          <p:spPr>
            <a:xfrm>
              <a:off x="0" y="6393293"/>
              <a:ext cx="3931285" cy="3856354"/>
            </a:xfrm>
            <a:custGeom>
              <a:avLst/>
              <a:gdLst/>
              <a:ahLst/>
              <a:cxnLst/>
              <a:rect l="l" t="t" r="r" b="b"/>
              <a:pathLst>
                <a:path w="3931285" h="3856354">
                  <a:moveTo>
                    <a:pt x="0" y="0"/>
                  </a:moveTo>
                  <a:lnTo>
                    <a:pt x="0" y="3856202"/>
                  </a:lnTo>
                  <a:lnTo>
                    <a:pt x="3930997" y="3856202"/>
                  </a:lnTo>
                  <a:lnTo>
                    <a:pt x="3930997" y="3835107"/>
                  </a:lnTo>
                  <a:lnTo>
                    <a:pt x="0" y="0"/>
                  </a:lnTo>
                  <a:close/>
                </a:path>
              </a:pathLst>
            </a:custGeom>
            <a:solidFill>
              <a:srgbClr val="136B94"/>
            </a:solidFill>
          </p:spPr>
          <p:txBody>
            <a:bodyPr wrap="square" lIns="0" tIns="0" rIns="0" bIns="0" rtlCol="0"/>
            <a:lstStyle/>
            <a:p>
              <a:endParaRPr/>
            </a:p>
          </p:txBody>
        </p:sp>
        <p:sp>
          <p:nvSpPr>
            <p:cNvPr id="4" name="object 4"/>
            <p:cNvSpPr/>
            <p:nvPr/>
          </p:nvSpPr>
          <p:spPr>
            <a:xfrm>
              <a:off x="0" y="6554962"/>
              <a:ext cx="3766185" cy="3695065"/>
            </a:xfrm>
            <a:custGeom>
              <a:avLst/>
              <a:gdLst/>
              <a:ahLst/>
              <a:cxnLst/>
              <a:rect l="l" t="t" r="r" b="b"/>
              <a:pathLst>
                <a:path w="3766185" h="3695065">
                  <a:moveTo>
                    <a:pt x="0" y="0"/>
                  </a:moveTo>
                  <a:lnTo>
                    <a:pt x="0" y="3694533"/>
                  </a:lnTo>
                  <a:lnTo>
                    <a:pt x="3766175" y="3694533"/>
                  </a:lnTo>
                  <a:lnTo>
                    <a:pt x="3766175" y="3674347"/>
                  </a:lnTo>
                  <a:lnTo>
                    <a:pt x="0" y="0"/>
                  </a:lnTo>
                  <a:close/>
                </a:path>
              </a:pathLst>
            </a:custGeom>
            <a:solidFill>
              <a:srgbClr val="18A6CD"/>
            </a:solidFill>
          </p:spPr>
          <p:txBody>
            <a:bodyPr wrap="square" lIns="0" tIns="0" rIns="0" bIns="0" rtlCol="0"/>
            <a:lstStyle/>
            <a:p>
              <a:endParaRPr/>
            </a:p>
          </p:txBody>
        </p:sp>
        <p:sp>
          <p:nvSpPr>
            <p:cNvPr id="5" name="object 5"/>
            <p:cNvSpPr/>
            <p:nvPr/>
          </p:nvSpPr>
          <p:spPr>
            <a:xfrm>
              <a:off x="0" y="7585087"/>
              <a:ext cx="3740785" cy="2664460"/>
            </a:xfrm>
            <a:custGeom>
              <a:avLst/>
              <a:gdLst/>
              <a:ahLst/>
              <a:cxnLst/>
              <a:rect l="l" t="t" r="r" b="b"/>
              <a:pathLst>
                <a:path w="3740785" h="2664459">
                  <a:moveTo>
                    <a:pt x="3740708" y="2664409"/>
                  </a:moveTo>
                  <a:lnTo>
                    <a:pt x="2983712" y="2196452"/>
                  </a:lnTo>
                  <a:lnTo>
                    <a:pt x="2988259" y="2195347"/>
                  </a:lnTo>
                  <a:lnTo>
                    <a:pt x="2988259" y="2179409"/>
                  </a:lnTo>
                  <a:lnTo>
                    <a:pt x="19050" y="0"/>
                  </a:lnTo>
                  <a:lnTo>
                    <a:pt x="19050" y="363728"/>
                  </a:lnTo>
                  <a:lnTo>
                    <a:pt x="0" y="351942"/>
                  </a:lnTo>
                  <a:lnTo>
                    <a:pt x="0" y="2664409"/>
                  </a:lnTo>
                  <a:lnTo>
                    <a:pt x="3740708" y="2664409"/>
                  </a:lnTo>
                  <a:close/>
                </a:path>
              </a:pathLst>
            </a:custGeom>
            <a:solidFill>
              <a:srgbClr val="136B94"/>
            </a:solidFill>
          </p:spPr>
          <p:txBody>
            <a:bodyPr wrap="square" lIns="0" tIns="0" rIns="0" bIns="0" rtlCol="0"/>
            <a:lstStyle/>
            <a:p>
              <a:endParaRPr/>
            </a:p>
          </p:txBody>
        </p:sp>
      </p:grpSp>
      <p:sp>
        <p:nvSpPr>
          <p:cNvPr id="6" name="object 6"/>
          <p:cNvSpPr txBox="1"/>
          <p:nvPr/>
        </p:nvSpPr>
        <p:spPr>
          <a:xfrm>
            <a:off x="12801600" y="7429500"/>
            <a:ext cx="4800600" cy="2434769"/>
          </a:xfrm>
          <a:prstGeom prst="rect">
            <a:avLst/>
          </a:prstGeom>
        </p:spPr>
        <p:txBody>
          <a:bodyPr vert="horz" wrap="square" lIns="0" tIns="12700" rIns="0" bIns="0" rtlCol="0">
            <a:spAutoFit/>
          </a:bodyPr>
          <a:lstStyle/>
          <a:p>
            <a:pPr marL="12700" marR="5080" indent="-63500" algn="ctr">
              <a:lnSpc>
                <a:spcPct val="115700"/>
              </a:lnSpc>
              <a:spcBef>
                <a:spcPts val="100"/>
              </a:spcBef>
            </a:pPr>
            <a:r>
              <a:rPr lang="en-IN" sz="2700" b="1" spc="-85" dirty="0">
                <a:solidFill>
                  <a:srgbClr val="16536F"/>
                </a:solidFill>
                <a:latin typeface="Times New Roman"/>
                <a:cs typeface="Times New Roman"/>
              </a:rPr>
              <a:t>SUBMITTED BY:</a:t>
            </a:r>
          </a:p>
          <a:p>
            <a:pPr marL="12700" marR="5080" indent="-63500" algn="ctr">
              <a:lnSpc>
                <a:spcPct val="115700"/>
              </a:lnSpc>
              <a:spcBef>
                <a:spcPts val="100"/>
              </a:spcBef>
            </a:pPr>
            <a:r>
              <a:rPr lang="en-IN" sz="2700" spc="-85" dirty="0">
                <a:solidFill>
                  <a:srgbClr val="16536F"/>
                </a:solidFill>
                <a:latin typeface="Times New Roman"/>
                <a:cs typeface="Times New Roman"/>
              </a:rPr>
              <a:t>P.JASMINE (22F11A0541)</a:t>
            </a:r>
          </a:p>
          <a:p>
            <a:pPr marL="12700" marR="5080" indent="-63500" algn="ctr">
              <a:lnSpc>
                <a:spcPct val="115700"/>
              </a:lnSpc>
              <a:spcBef>
                <a:spcPts val="100"/>
              </a:spcBef>
            </a:pPr>
            <a:r>
              <a:rPr lang="en-IN" sz="2700" spc="-85" dirty="0">
                <a:solidFill>
                  <a:srgbClr val="16536F"/>
                </a:solidFill>
                <a:latin typeface="Times New Roman"/>
                <a:cs typeface="Times New Roman"/>
              </a:rPr>
              <a:t>CH.VARSHITHA(22F11A0512)</a:t>
            </a:r>
          </a:p>
          <a:p>
            <a:pPr marL="12700" marR="5080" indent="-63500" algn="ctr">
              <a:lnSpc>
                <a:spcPct val="115700"/>
              </a:lnSpc>
              <a:spcBef>
                <a:spcPts val="100"/>
              </a:spcBef>
            </a:pPr>
            <a:r>
              <a:rPr lang="en-IN" sz="2700" spc="-85" dirty="0">
                <a:solidFill>
                  <a:srgbClr val="16536F"/>
                </a:solidFill>
                <a:latin typeface="Times New Roman"/>
                <a:cs typeface="Times New Roman"/>
              </a:rPr>
              <a:t>M.DIVYA SRI(22F11A0530)</a:t>
            </a:r>
          </a:p>
          <a:p>
            <a:pPr marL="12700" marR="5080" indent="-63500" algn="ctr">
              <a:lnSpc>
                <a:spcPct val="115700"/>
              </a:lnSpc>
              <a:spcBef>
                <a:spcPts val="100"/>
              </a:spcBef>
            </a:pPr>
            <a:r>
              <a:rPr lang="en-IN" sz="2700" spc="-85" dirty="0">
                <a:solidFill>
                  <a:srgbClr val="16536F"/>
                </a:solidFill>
                <a:latin typeface="Times New Roman"/>
                <a:cs typeface="Times New Roman"/>
              </a:rPr>
              <a:t>E.TEJASWANI(22F11A0516)</a:t>
            </a:r>
            <a:endParaRPr sz="2700" dirty="0">
              <a:solidFill>
                <a:schemeClr val="tx2"/>
              </a:solidFill>
              <a:latin typeface="Times New Roman"/>
              <a:cs typeface="Times New Roman"/>
            </a:endParaRPr>
          </a:p>
        </p:txBody>
      </p:sp>
      <p:sp>
        <p:nvSpPr>
          <p:cNvPr id="7" name="object 7"/>
          <p:cNvSpPr txBox="1"/>
          <p:nvPr/>
        </p:nvSpPr>
        <p:spPr>
          <a:xfrm>
            <a:off x="1143000" y="3633732"/>
            <a:ext cx="16306800" cy="3998018"/>
          </a:xfrm>
          <a:prstGeom prst="rect">
            <a:avLst/>
          </a:prstGeom>
        </p:spPr>
        <p:txBody>
          <a:bodyPr vert="horz" wrap="square" lIns="0" tIns="12065" rIns="0" bIns="0" rtlCol="0">
            <a:spAutoFit/>
          </a:bodyPr>
          <a:lstStyle/>
          <a:p>
            <a:pPr marL="2460625" marR="5080" indent="-2448560">
              <a:lnSpc>
                <a:spcPct val="116300"/>
              </a:lnSpc>
              <a:spcBef>
                <a:spcPts val="95"/>
              </a:spcBef>
            </a:pPr>
            <a:r>
              <a:rPr sz="4800" b="1" spc="-35" dirty="0">
                <a:solidFill>
                  <a:srgbClr val="136B94"/>
                </a:solidFill>
                <a:latin typeface="Times New Roman"/>
                <a:cs typeface="Times New Roman"/>
              </a:rPr>
              <a:t>Smart</a:t>
            </a:r>
            <a:r>
              <a:rPr sz="4800" b="1" spc="-220" dirty="0">
                <a:solidFill>
                  <a:srgbClr val="136B94"/>
                </a:solidFill>
                <a:latin typeface="Times New Roman"/>
                <a:cs typeface="Times New Roman"/>
              </a:rPr>
              <a:t> </a:t>
            </a:r>
            <a:r>
              <a:rPr sz="4800" b="1" spc="-85" dirty="0">
                <a:solidFill>
                  <a:srgbClr val="136B94"/>
                </a:solidFill>
                <a:latin typeface="Times New Roman"/>
                <a:cs typeface="Times New Roman"/>
              </a:rPr>
              <a:t>Classroom</a:t>
            </a:r>
            <a:r>
              <a:rPr sz="4800" b="1" spc="-215" dirty="0">
                <a:solidFill>
                  <a:srgbClr val="136B94"/>
                </a:solidFill>
                <a:latin typeface="Times New Roman"/>
                <a:cs typeface="Times New Roman"/>
              </a:rPr>
              <a:t> </a:t>
            </a:r>
            <a:r>
              <a:rPr sz="4800" b="1" spc="-65" dirty="0">
                <a:solidFill>
                  <a:srgbClr val="136B94"/>
                </a:solidFill>
                <a:latin typeface="Times New Roman"/>
                <a:cs typeface="Times New Roman"/>
              </a:rPr>
              <a:t>Monitoring</a:t>
            </a:r>
            <a:r>
              <a:rPr sz="4800" b="1" spc="-215" dirty="0">
                <a:solidFill>
                  <a:srgbClr val="136B94"/>
                </a:solidFill>
                <a:latin typeface="Times New Roman"/>
                <a:cs typeface="Times New Roman"/>
              </a:rPr>
              <a:t> </a:t>
            </a:r>
            <a:r>
              <a:rPr sz="4800" b="1" dirty="0">
                <a:solidFill>
                  <a:srgbClr val="136B94"/>
                </a:solidFill>
                <a:latin typeface="Times New Roman"/>
                <a:cs typeface="Times New Roman"/>
              </a:rPr>
              <a:t>System</a:t>
            </a:r>
            <a:r>
              <a:rPr sz="4800" b="1" spc="-215" dirty="0">
                <a:solidFill>
                  <a:srgbClr val="136B94"/>
                </a:solidFill>
                <a:latin typeface="Times New Roman"/>
                <a:cs typeface="Times New Roman"/>
              </a:rPr>
              <a:t> </a:t>
            </a:r>
            <a:r>
              <a:rPr sz="4800" b="1" dirty="0">
                <a:solidFill>
                  <a:srgbClr val="136B94"/>
                </a:solidFill>
                <a:latin typeface="Times New Roman"/>
                <a:cs typeface="Times New Roman"/>
              </a:rPr>
              <a:t>Using</a:t>
            </a:r>
            <a:r>
              <a:rPr sz="4800" b="1" spc="-215" dirty="0">
                <a:solidFill>
                  <a:srgbClr val="136B94"/>
                </a:solidFill>
                <a:latin typeface="Times New Roman"/>
                <a:cs typeface="Times New Roman"/>
              </a:rPr>
              <a:t> </a:t>
            </a:r>
            <a:r>
              <a:rPr sz="4800" b="1" spc="-45" dirty="0">
                <a:solidFill>
                  <a:srgbClr val="136B94"/>
                </a:solidFill>
                <a:latin typeface="Times New Roman"/>
                <a:cs typeface="Times New Roman"/>
              </a:rPr>
              <a:t>Face</a:t>
            </a:r>
            <a:r>
              <a:rPr sz="4800" b="1" spc="-215" dirty="0">
                <a:solidFill>
                  <a:srgbClr val="136B94"/>
                </a:solidFill>
                <a:latin typeface="Times New Roman"/>
                <a:cs typeface="Times New Roman"/>
              </a:rPr>
              <a:t> </a:t>
            </a:r>
            <a:r>
              <a:rPr sz="4800" b="1" spc="-45" dirty="0">
                <a:solidFill>
                  <a:srgbClr val="136B94"/>
                </a:solidFill>
                <a:latin typeface="Times New Roman"/>
                <a:cs typeface="Times New Roman"/>
              </a:rPr>
              <a:t>Recognition </a:t>
            </a:r>
            <a:r>
              <a:rPr sz="4800" b="1" spc="-130" dirty="0">
                <a:solidFill>
                  <a:srgbClr val="136B94"/>
                </a:solidFill>
                <a:latin typeface="Times New Roman"/>
                <a:cs typeface="Times New Roman"/>
              </a:rPr>
              <a:t>and</a:t>
            </a:r>
            <a:r>
              <a:rPr sz="4800" b="1" spc="-185" dirty="0">
                <a:solidFill>
                  <a:srgbClr val="136B94"/>
                </a:solidFill>
                <a:latin typeface="Times New Roman"/>
                <a:cs typeface="Times New Roman"/>
              </a:rPr>
              <a:t> </a:t>
            </a:r>
            <a:r>
              <a:rPr sz="4800" b="1" spc="-70" dirty="0">
                <a:solidFill>
                  <a:srgbClr val="136B94"/>
                </a:solidFill>
                <a:latin typeface="Times New Roman"/>
                <a:cs typeface="Times New Roman"/>
              </a:rPr>
              <a:t>Timetable</a:t>
            </a:r>
            <a:r>
              <a:rPr sz="4800" b="1" spc="-220" dirty="0">
                <a:solidFill>
                  <a:srgbClr val="136B94"/>
                </a:solidFill>
                <a:latin typeface="Times New Roman"/>
                <a:cs typeface="Times New Roman"/>
              </a:rPr>
              <a:t> </a:t>
            </a:r>
            <a:r>
              <a:rPr sz="4800" b="1" spc="-40" dirty="0">
                <a:solidFill>
                  <a:srgbClr val="136B94"/>
                </a:solidFill>
                <a:latin typeface="Times New Roman"/>
                <a:cs typeface="Times New Roman"/>
              </a:rPr>
              <a:t>Alerts</a:t>
            </a:r>
            <a:r>
              <a:rPr sz="4800" b="1" spc="-204" dirty="0">
                <a:solidFill>
                  <a:srgbClr val="136B94"/>
                </a:solidFill>
                <a:latin typeface="Times New Roman"/>
                <a:cs typeface="Times New Roman"/>
              </a:rPr>
              <a:t> </a:t>
            </a:r>
            <a:r>
              <a:rPr sz="4800" b="1" dirty="0">
                <a:solidFill>
                  <a:srgbClr val="136B94"/>
                </a:solidFill>
                <a:latin typeface="Times New Roman"/>
                <a:cs typeface="Times New Roman"/>
              </a:rPr>
              <a:t>Using</a:t>
            </a:r>
            <a:r>
              <a:rPr sz="4800" b="1" spc="-200" dirty="0">
                <a:solidFill>
                  <a:srgbClr val="136B94"/>
                </a:solidFill>
                <a:latin typeface="Times New Roman"/>
                <a:cs typeface="Times New Roman"/>
              </a:rPr>
              <a:t> </a:t>
            </a:r>
            <a:r>
              <a:rPr sz="4800" b="1" dirty="0">
                <a:solidFill>
                  <a:srgbClr val="136B94"/>
                </a:solidFill>
                <a:latin typeface="Times New Roman"/>
                <a:cs typeface="Times New Roman"/>
              </a:rPr>
              <a:t>Deep</a:t>
            </a:r>
            <a:r>
              <a:rPr sz="4800" b="1" spc="-200" dirty="0">
                <a:solidFill>
                  <a:srgbClr val="136B94"/>
                </a:solidFill>
                <a:latin typeface="Times New Roman"/>
                <a:cs typeface="Times New Roman"/>
              </a:rPr>
              <a:t> </a:t>
            </a:r>
            <a:r>
              <a:rPr sz="4800" b="1" spc="-10" dirty="0">
                <a:solidFill>
                  <a:srgbClr val="136B94"/>
                </a:solidFill>
                <a:latin typeface="Times New Roman"/>
                <a:cs typeface="Times New Roman"/>
              </a:rPr>
              <a:t>Learning</a:t>
            </a:r>
            <a:endParaRPr lang="en-IN" sz="4800" b="1" spc="-10" dirty="0">
              <a:solidFill>
                <a:srgbClr val="136B94"/>
              </a:solidFill>
              <a:latin typeface="Times New Roman"/>
              <a:cs typeface="Times New Roman"/>
            </a:endParaRPr>
          </a:p>
          <a:p>
            <a:pPr marL="2460625" marR="5080" indent="-2448560">
              <a:lnSpc>
                <a:spcPct val="116300"/>
              </a:lnSpc>
              <a:spcBef>
                <a:spcPts val="95"/>
              </a:spcBef>
            </a:pPr>
            <a:endParaRPr lang="en-IN" sz="1200" b="1" spc="-10" dirty="0">
              <a:solidFill>
                <a:srgbClr val="136B94"/>
              </a:solidFill>
              <a:latin typeface="Times New Roman"/>
              <a:cs typeface="Times New Roman"/>
            </a:endParaRPr>
          </a:p>
          <a:p>
            <a:pPr marL="2460625" marR="5080" indent="-2448560" algn="ctr">
              <a:lnSpc>
                <a:spcPct val="116300"/>
              </a:lnSpc>
              <a:spcBef>
                <a:spcPts val="95"/>
              </a:spcBef>
            </a:pPr>
            <a:r>
              <a:rPr lang="en-US" sz="3600" b="1" spc="-225" dirty="0">
                <a:solidFill>
                  <a:srgbClr val="FF0000"/>
                </a:solidFill>
                <a:latin typeface="Times New Roman"/>
                <a:cs typeface="Times New Roman"/>
              </a:rPr>
              <a:t>Under</a:t>
            </a:r>
            <a:r>
              <a:rPr lang="en-US" sz="3600" b="1" spc="-320" dirty="0">
                <a:solidFill>
                  <a:srgbClr val="FF0000"/>
                </a:solidFill>
                <a:latin typeface="Times New Roman"/>
                <a:cs typeface="Times New Roman"/>
              </a:rPr>
              <a:t> </a:t>
            </a:r>
            <a:r>
              <a:rPr lang="en-US" sz="3600" b="1" spc="-190" dirty="0">
                <a:solidFill>
                  <a:srgbClr val="FF0000"/>
                </a:solidFill>
                <a:latin typeface="Times New Roman"/>
                <a:cs typeface="Times New Roman"/>
              </a:rPr>
              <a:t>the</a:t>
            </a:r>
            <a:r>
              <a:rPr lang="en-US" sz="3600" b="1" spc="-315" dirty="0">
                <a:solidFill>
                  <a:srgbClr val="FF0000"/>
                </a:solidFill>
                <a:latin typeface="Times New Roman"/>
                <a:cs typeface="Times New Roman"/>
              </a:rPr>
              <a:t> </a:t>
            </a:r>
            <a:r>
              <a:rPr lang="en-US" sz="3600" b="1" spc="-229" dirty="0">
                <a:solidFill>
                  <a:srgbClr val="FF0000"/>
                </a:solidFill>
                <a:latin typeface="Times New Roman"/>
                <a:cs typeface="Times New Roman"/>
              </a:rPr>
              <a:t>guidance</a:t>
            </a:r>
            <a:r>
              <a:rPr lang="en-US" sz="3600" b="1" spc="-315" dirty="0">
                <a:solidFill>
                  <a:srgbClr val="FF0000"/>
                </a:solidFill>
                <a:latin typeface="Times New Roman"/>
                <a:cs typeface="Times New Roman"/>
              </a:rPr>
              <a:t> </a:t>
            </a:r>
            <a:r>
              <a:rPr lang="en-US" sz="3600" b="1" spc="-25" dirty="0">
                <a:solidFill>
                  <a:srgbClr val="FF0000"/>
                </a:solidFill>
                <a:latin typeface="Times New Roman"/>
                <a:cs typeface="Times New Roman"/>
              </a:rPr>
              <a:t>of</a:t>
            </a:r>
          </a:p>
          <a:p>
            <a:pPr marL="2460625" marR="5080" indent="-2448560" algn="ctr">
              <a:lnSpc>
                <a:spcPct val="116300"/>
              </a:lnSpc>
              <a:spcBef>
                <a:spcPts val="95"/>
              </a:spcBef>
            </a:pPr>
            <a:r>
              <a:rPr lang="en-US" sz="3600" b="1" spc="-25" dirty="0">
                <a:solidFill>
                  <a:srgbClr val="FF0000"/>
                </a:solidFill>
                <a:latin typeface="Times New Roman"/>
                <a:cs typeface="Times New Roman"/>
              </a:rPr>
              <a:t> </a:t>
            </a:r>
            <a:r>
              <a:rPr lang="en-US" sz="3600" spc="-85" dirty="0" err="1">
                <a:solidFill>
                  <a:srgbClr val="FF0000"/>
                </a:solidFill>
                <a:latin typeface="Times New Roman"/>
                <a:cs typeface="Times New Roman"/>
              </a:rPr>
              <a:t>Dr.P.K.Venkateswara</a:t>
            </a:r>
            <a:r>
              <a:rPr lang="en-US" sz="3600" spc="-30" dirty="0" err="1">
                <a:solidFill>
                  <a:srgbClr val="FF0000"/>
                </a:solidFill>
                <a:latin typeface="Times New Roman"/>
                <a:cs typeface="Times New Roman"/>
              </a:rPr>
              <a:t>Lal</a:t>
            </a:r>
            <a:r>
              <a:rPr lang="en-US" sz="3600" spc="-30" dirty="0">
                <a:solidFill>
                  <a:srgbClr val="FF0000"/>
                </a:solidFill>
                <a:latin typeface="Times New Roman"/>
                <a:cs typeface="Times New Roman"/>
              </a:rPr>
              <a:t>,</a:t>
            </a:r>
            <a:r>
              <a:rPr lang="en-US" sz="3600" spc="-265" dirty="0">
                <a:solidFill>
                  <a:srgbClr val="FF0000"/>
                </a:solidFill>
                <a:latin typeface="Times New Roman"/>
                <a:cs typeface="Times New Roman"/>
              </a:rPr>
              <a:t> </a:t>
            </a:r>
            <a:r>
              <a:rPr lang="en-US" sz="3600" spc="-20" dirty="0" err="1">
                <a:solidFill>
                  <a:srgbClr val="FF0000"/>
                </a:solidFill>
                <a:latin typeface="Times New Roman"/>
                <a:cs typeface="Times New Roman"/>
              </a:rPr>
              <a:t>Ph.D</a:t>
            </a:r>
            <a:r>
              <a:rPr lang="en-US" sz="3600" spc="-20" dirty="0">
                <a:solidFill>
                  <a:srgbClr val="FF0000"/>
                </a:solidFill>
                <a:latin typeface="Times New Roman"/>
                <a:cs typeface="Times New Roman"/>
              </a:rPr>
              <a:t>, </a:t>
            </a:r>
            <a:r>
              <a:rPr lang="en-US" sz="3600" spc="-10" dirty="0">
                <a:solidFill>
                  <a:srgbClr val="FF0000"/>
                </a:solidFill>
                <a:latin typeface="Times New Roman"/>
                <a:cs typeface="Times New Roman"/>
              </a:rPr>
              <a:t>Professor</a:t>
            </a:r>
            <a:endParaRPr lang="en-US" sz="3600" dirty="0">
              <a:solidFill>
                <a:srgbClr val="FF0000"/>
              </a:solidFill>
              <a:latin typeface="Times New Roman"/>
              <a:cs typeface="Times New Roman"/>
            </a:endParaRPr>
          </a:p>
          <a:p>
            <a:pPr marL="2460625" marR="5080" indent="-2448560">
              <a:lnSpc>
                <a:spcPct val="116300"/>
              </a:lnSpc>
              <a:spcBef>
                <a:spcPts val="95"/>
              </a:spcBef>
            </a:pPr>
            <a:endParaRPr lang="en-IN" sz="4400" b="1" spc="-10" dirty="0">
              <a:solidFill>
                <a:srgbClr val="136B94"/>
              </a:solidFill>
              <a:latin typeface="Times New Roman"/>
              <a:cs typeface="Times New Roman"/>
            </a:endParaRPr>
          </a:p>
        </p:txBody>
      </p:sp>
      <p:sp>
        <p:nvSpPr>
          <p:cNvPr id="8" name="object 8"/>
          <p:cNvSpPr txBox="1">
            <a:spLocks noGrp="1"/>
          </p:cNvSpPr>
          <p:nvPr>
            <p:ph type="title"/>
          </p:nvPr>
        </p:nvSpPr>
        <p:spPr>
          <a:xfrm>
            <a:off x="8001000" y="2781301"/>
            <a:ext cx="2514600" cy="628377"/>
          </a:xfrm>
          <a:prstGeom prst="rect">
            <a:avLst/>
          </a:prstGeom>
        </p:spPr>
        <p:txBody>
          <a:bodyPr vert="horz" wrap="square" lIns="0" tIns="12700" rIns="0" bIns="0" rtlCol="0">
            <a:spAutoFit/>
          </a:bodyPr>
          <a:lstStyle/>
          <a:p>
            <a:pPr marL="12700">
              <a:lnSpc>
                <a:spcPct val="100000"/>
              </a:lnSpc>
              <a:spcBef>
                <a:spcPts val="100"/>
              </a:spcBef>
              <a:tabLst>
                <a:tab pos="1445895" algn="l"/>
                <a:tab pos="1757045" algn="l"/>
              </a:tabLst>
            </a:pPr>
            <a:r>
              <a:rPr sz="4000" u="heavy" spc="-10" dirty="0">
                <a:uFill>
                  <a:solidFill>
                    <a:srgbClr val="136B94"/>
                  </a:solidFill>
                </a:uFill>
              </a:rPr>
              <a:t>Batch</a:t>
            </a:r>
            <a:r>
              <a:rPr sz="4000" u="heavy" dirty="0">
                <a:uFill>
                  <a:solidFill>
                    <a:srgbClr val="136B94"/>
                  </a:solidFill>
                </a:uFill>
              </a:rPr>
              <a:t>	</a:t>
            </a:r>
            <a:r>
              <a:rPr sz="4000" u="heavy" spc="-50" dirty="0">
                <a:uFill>
                  <a:solidFill>
                    <a:srgbClr val="136B94"/>
                  </a:solidFill>
                </a:uFill>
              </a:rPr>
              <a:t>-</a:t>
            </a:r>
            <a:r>
              <a:rPr sz="4000" u="heavy" dirty="0">
                <a:uFill>
                  <a:solidFill>
                    <a:srgbClr val="136B94"/>
                  </a:solidFill>
                </a:uFill>
              </a:rPr>
              <a:t>	</a:t>
            </a:r>
            <a:r>
              <a:rPr sz="4000" u="heavy" spc="-25" dirty="0">
                <a:uFill>
                  <a:solidFill>
                    <a:srgbClr val="136B94"/>
                  </a:solidFill>
                </a:uFill>
              </a:rPr>
              <a:t>09</a:t>
            </a:r>
            <a:endParaRPr sz="4000" dirty="0"/>
          </a:p>
        </p:txBody>
      </p:sp>
      <p:pic>
        <p:nvPicPr>
          <p:cNvPr id="9" name="object 9"/>
          <p:cNvPicPr/>
          <p:nvPr/>
        </p:nvPicPr>
        <p:blipFill>
          <a:blip r:embed="rId2" cstate="print"/>
          <a:stretch>
            <a:fillRect/>
          </a:stretch>
        </p:blipFill>
        <p:spPr>
          <a:xfrm>
            <a:off x="1461908" y="260458"/>
            <a:ext cx="15363824" cy="23431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6000" y="1768852"/>
            <a:ext cx="5784215" cy="751488"/>
          </a:xfrm>
          <a:prstGeom prst="rect">
            <a:avLst/>
          </a:prstGeom>
        </p:spPr>
        <p:txBody>
          <a:bodyPr vert="horz" wrap="square" lIns="0" tIns="12700" rIns="0" bIns="0" rtlCol="0">
            <a:spAutoFit/>
          </a:bodyPr>
          <a:lstStyle/>
          <a:p>
            <a:pPr marL="12700">
              <a:lnSpc>
                <a:spcPct val="100000"/>
              </a:lnSpc>
              <a:spcBef>
                <a:spcPts val="100"/>
              </a:spcBef>
            </a:pPr>
            <a:r>
              <a:rPr sz="4800" spc="-225" dirty="0"/>
              <a:t>INTRODUCTION</a:t>
            </a:r>
            <a:endParaRPr sz="4800" dirty="0"/>
          </a:p>
        </p:txBody>
      </p:sp>
      <p:sp>
        <p:nvSpPr>
          <p:cNvPr id="3" name="object 3"/>
          <p:cNvSpPr txBox="1">
            <a:spLocks noGrp="1"/>
          </p:cNvSpPr>
          <p:nvPr>
            <p:ph type="body" idx="1"/>
          </p:nvPr>
        </p:nvSpPr>
        <p:spPr>
          <a:xfrm>
            <a:off x="1016000" y="2869798"/>
            <a:ext cx="16275050" cy="4432752"/>
          </a:xfrm>
          <a:prstGeom prst="rect">
            <a:avLst/>
          </a:prstGeom>
        </p:spPr>
        <p:txBody>
          <a:bodyPr vert="horz" wrap="square" lIns="0" tIns="12700" rIns="0" bIns="0" rtlCol="0">
            <a:spAutoFit/>
          </a:bodyPr>
          <a:lstStyle/>
          <a:p>
            <a:pPr marL="12700" marR="5080" algn="just">
              <a:lnSpc>
                <a:spcPct val="114599"/>
              </a:lnSpc>
              <a:spcBef>
                <a:spcPts val="100"/>
              </a:spcBef>
            </a:pPr>
            <a:r>
              <a:rPr lang="en-US" sz="2800" spc="70" dirty="0"/>
              <a:t>	</a:t>
            </a:r>
            <a:r>
              <a:rPr sz="2800" spc="70" dirty="0"/>
              <a:t>In</a:t>
            </a:r>
            <a:r>
              <a:rPr sz="2800" spc="-90" dirty="0"/>
              <a:t> </a:t>
            </a:r>
            <a:r>
              <a:rPr sz="2800" dirty="0"/>
              <a:t>many</a:t>
            </a:r>
            <a:r>
              <a:rPr sz="2800" spc="-85" dirty="0"/>
              <a:t> </a:t>
            </a:r>
            <a:r>
              <a:rPr sz="2800" spc="-55" dirty="0"/>
              <a:t>educational</a:t>
            </a:r>
            <a:r>
              <a:rPr sz="2800" spc="-85" dirty="0"/>
              <a:t> </a:t>
            </a:r>
            <a:r>
              <a:rPr sz="2800" spc="-65" dirty="0"/>
              <a:t>institutions,</a:t>
            </a:r>
            <a:r>
              <a:rPr sz="2800" spc="-85" dirty="0"/>
              <a:t> classrooms </a:t>
            </a:r>
            <a:r>
              <a:rPr sz="2800" dirty="0"/>
              <a:t>are</a:t>
            </a:r>
            <a:r>
              <a:rPr sz="2800" spc="-85" dirty="0"/>
              <a:t> </a:t>
            </a:r>
            <a:r>
              <a:rPr sz="2800" spc="-40" dirty="0"/>
              <a:t>often</a:t>
            </a:r>
            <a:r>
              <a:rPr sz="2800" spc="-85" dirty="0"/>
              <a:t> </a:t>
            </a:r>
            <a:r>
              <a:rPr sz="2800" spc="-100" dirty="0"/>
              <a:t>left</a:t>
            </a:r>
            <a:r>
              <a:rPr sz="2800" spc="-85" dirty="0"/>
              <a:t> unsupervised </a:t>
            </a:r>
            <a:r>
              <a:rPr sz="2800" dirty="0"/>
              <a:t>due</a:t>
            </a:r>
            <a:r>
              <a:rPr sz="2800" spc="-85" dirty="0"/>
              <a:t> </a:t>
            </a:r>
            <a:r>
              <a:rPr sz="2800" spc="75" dirty="0"/>
              <a:t>to</a:t>
            </a:r>
            <a:r>
              <a:rPr sz="2800" spc="-85" dirty="0"/>
              <a:t> </a:t>
            </a:r>
            <a:r>
              <a:rPr sz="2800" spc="-80" dirty="0"/>
              <a:t>faculty</a:t>
            </a:r>
            <a:r>
              <a:rPr sz="2800" spc="-85" dirty="0"/>
              <a:t> </a:t>
            </a:r>
            <a:r>
              <a:rPr sz="2800" spc="-80" dirty="0"/>
              <a:t>unavailability,</a:t>
            </a:r>
            <a:r>
              <a:rPr sz="2800" spc="-85" dirty="0"/>
              <a:t> leading </a:t>
            </a:r>
            <a:r>
              <a:rPr sz="2800" spc="50" dirty="0"/>
              <a:t>to </a:t>
            </a:r>
            <a:r>
              <a:rPr sz="2800" spc="-45" dirty="0"/>
              <a:t>disruptions</a:t>
            </a:r>
            <a:r>
              <a:rPr sz="2800" spc="-75" dirty="0"/>
              <a:t> </a:t>
            </a:r>
            <a:r>
              <a:rPr sz="2800" spc="50" dirty="0"/>
              <a:t>and</a:t>
            </a:r>
            <a:r>
              <a:rPr sz="2800" spc="-65" dirty="0"/>
              <a:t> </a:t>
            </a:r>
            <a:r>
              <a:rPr sz="2800" spc="-55" dirty="0"/>
              <a:t>reduced</a:t>
            </a:r>
            <a:r>
              <a:rPr sz="2800" spc="-65" dirty="0"/>
              <a:t> learning. </a:t>
            </a:r>
            <a:r>
              <a:rPr sz="2800" dirty="0"/>
              <a:t>Manual</a:t>
            </a:r>
            <a:r>
              <a:rPr sz="2800" spc="-65" dirty="0"/>
              <a:t> </a:t>
            </a:r>
            <a:r>
              <a:rPr sz="2800" spc="-35" dirty="0"/>
              <a:t>monitoring</a:t>
            </a:r>
            <a:r>
              <a:rPr sz="2800" spc="-70" dirty="0"/>
              <a:t> </a:t>
            </a:r>
            <a:r>
              <a:rPr sz="2800" spc="-60" dirty="0"/>
              <a:t>is</a:t>
            </a:r>
            <a:r>
              <a:rPr sz="2800" spc="-65" dirty="0"/>
              <a:t> </a:t>
            </a:r>
            <a:r>
              <a:rPr sz="2800" spc="-120" dirty="0"/>
              <a:t>inefficient,</a:t>
            </a:r>
            <a:r>
              <a:rPr sz="2800" spc="-65" dirty="0"/>
              <a:t> </a:t>
            </a:r>
            <a:r>
              <a:rPr sz="2800" spc="-130" dirty="0"/>
              <a:t>especially</a:t>
            </a:r>
            <a:r>
              <a:rPr sz="2800" spc="-55" dirty="0"/>
              <a:t> </a:t>
            </a:r>
            <a:r>
              <a:rPr sz="2800" spc="70" dirty="0"/>
              <a:t>on</a:t>
            </a:r>
            <a:r>
              <a:rPr sz="2800" spc="-65" dirty="0"/>
              <a:t> large </a:t>
            </a:r>
            <a:r>
              <a:rPr sz="2800" spc="-70" dirty="0"/>
              <a:t>campuses.</a:t>
            </a:r>
            <a:r>
              <a:rPr sz="2800" spc="-65" dirty="0"/>
              <a:t> </a:t>
            </a:r>
            <a:r>
              <a:rPr sz="2800" spc="70" dirty="0"/>
              <a:t>To</a:t>
            </a:r>
            <a:r>
              <a:rPr sz="2800" spc="-65" dirty="0"/>
              <a:t> </a:t>
            </a:r>
            <a:r>
              <a:rPr sz="2800" spc="-10" dirty="0"/>
              <a:t>overcome </a:t>
            </a:r>
            <a:r>
              <a:rPr sz="2800" dirty="0"/>
              <a:t>this,</a:t>
            </a:r>
            <a:r>
              <a:rPr sz="2800" spc="420" dirty="0"/>
              <a:t> </a:t>
            </a:r>
            <a:r>
              <a:rPr sz="2800" dirty="0"/>
              <a:t>we</a:t>
            </a:r>
            <a:r>
              <a:rPr sz="2800" spc="420" dirty="0"/>
              <a:t> </a:t>
            </a:r>
            <a:r>
              <a:rPr sz="2800" dirty="0"/>
              <a:t>propose</a:t>
            </a:r>
            <a:r>
              <a:rPr sz="2800" spc="420" dirty="0"/>
              <a:t> </a:t>
            </a:r>
            <a:r>
              <a:rPr sz="2800" spc="160" dirty="0"/>
              <a:t>a</a:t>
            </a:r>
            <a:r>
              <a:rPr sz="2800" spc="420" dirty="0"/>
              <a:t> </a:t>
            </a:r>
            <a:r>
              <a:rPr sz="2800" spc="-140" dirty="0"/>
              <a:t>web-</a:t>
            </a:r>
            <a:r>
              <a:rPr sz="2800" dirty="0"/>
              <a:t>based</a:t>
            </a:r>
            <a:r>
              <a:rPr sz="2800" spc="420" dirty="0"/>
              <a:t> </a:t>
            </a:r>
            <a:r>
              <a:rPr sz="2800" dirty="0"/>
              <a:t>smart</a:t>
            </a:r>
            <a:r>
              <a:rPr sz="2800" spc="420" dirty="0"/>
              <a:t> </a:t>
            </a:r>
            <a:r>
              <a:rPr sz="2800" dirty="0"/>
              <a:t>classroom</a:t>
            </a:r>
            <a:r>
              <a:rPr sz="2800" spc="420" dirty="0"/>
              <a:t> </a:t>
            </a:r>
            <a:r>
              <a:rPr sz="2800" dirty="0"/>
              <a:t>supervision</a:t>
            </a:r>
            <a:r>
              <a:rPr sz="2800" spc="420" dirty="0"/>
              <a:t> </a:t>
            </a:r>
            <a:r>
              <a:rPr sz="2800" dirty="0"/>
              <a:t>system</a:t>
            </a:r>
            <a:r>
              <a:rPr sz="2800" spc="420" dirty="0"/>
              <a:t> </a:t>
            </a:r>
            <a:r>
              <a:rPr sz="2800" dirty="0"/>
              <a:t>using</a:t>
            </a:r>
            <a:r>
              <a:rPr sz="2800" spc="420" dirty="0"/>
              <a:t> </a:t>
            </a:r>
            <a:r>
              <a:rPr sz="2800" dirty="0"/>
              <a:t>Python,</a:t>
            </a:r>
            <a:r>
              <a:rPr sz="2800" spc="420" dirty="0"/>
              <a:t> </a:t>
            </a:r>
            <a:r>
              <a:rPr sz="2800" dirty="0"/>
              <a:t>OpenCV,</a:t>
            </a:r>
            <a:r>
              <a:rPr sz="2800" spc="420" dirty="0"/>
              <a:t> </a:t>
            </a:r>
            <a:r>
              <a:rPr sz="2800" dirty="0"/>
              <a:t>Flask,</a:t>
            </a:r>
            <a:r>
              <a:rPr sz="2800" spc="420" dirty="0"/>
              <a:t> </a:t>
            </a:r>
            <a:r>
              <a:rPr sz="2800" spc="-20" dirty="0"/>
              <a:t>face </a:t>
            </a:r>
            <a:r>
              <a:rPr sz="2800" spc="-70" dirty="0"/>
              <a:t>recognition </a:t>
            </a:r>
            <a:r>
              <a:rPr sz="2800" spc="-85" dirty="0"/>
              <a:t>libraries,</a:t>
            </a:r>
            <a:r>
              <a:rPr sz="2800" spc="-65" dirty="0"/>
              <a:t> </a:t>
            </a:r>
            <a:r>
              <a:rPr sz="2800" spc="50" dirty="0"/>
              <a:t>and</a:t>
            </a:r>
            <a:r>
              <a:rPr sz="2800" spc="-70" dirty="0"/>
              <a:t> </a:t>
            </a:r>
            <a:r>
              <a:rPr sz="2800" spc="-90" dirty="0"/>
              <a:t>Twilio</a:t>
            </a:r>
            <a:r>
              <a:rPr sz="2800" spc="-65" dirty="0"/>
              <a:t> </a:t>
            </a:r>
            <a:r>
              <a:rPr sz="2800" dirty="0"/>
              <a:t>SMS</a:t>
            </a:r>
            <a:r>
              <a:rPr sz="2800" spc="-70" dirty="0"/>
              <a:t> </a:t>
            </a:r>
            <a:r>
              <a:rPr sz="2800" dirty="0"/>
              <a:t>API.</a:t>
            </a:r>
            <a:r>
              <a:rPr sz="2800" spc="-65" dirty="0"/>
              <a:t> </a:t>
            </a:r>
            <a:r>
              <a:rPr sz="2800" spc="125" dirty="0"/>
              <a:t>A</a:t>
            </a:r>
            <a:r>
              <a:rPr sz="2800" spc="-70" dirty="0"/>
              <a:t> </a:t>
            </a:r>
            <a:r>
              <a:rPr sz="2800" spc="-65" dirty="0"/>
              <a:t>webcam </a:t>
            </a:r>
            <a:r>
              <a:rPr sz="2800" spc="-25" dirty="0"/>
              <a:t>module</a:t>
            </a:r>
            <a:r>
              <a:rPr sz="2800" spc="-70" dirty="0"/>
              <a:t> </a:t>
            </a:r>
            <a:r>
              <a:rPr sz="2800" spc="-75" dirty="0"/>
              <a:t>detects</a:t>
            </a:r>
            <a:r>
              <a:rPr sz="2800" spc="-65" dirty="0"/>
              <a:t> </a:t>
            </a:r>
            <a:r>
              <a:rPr sz="2800" dirty="0"/>
              <a:t>the</a:t>
            </a:r>
            <a:r>
              <a:rPr sz="2800" spc="-70" dirty="0"/>
              <a:t> </a:t>
            </a:r>
            <a:r>
              <a:rPr sz="2800" spc="-95" dirty="0"/>
              <a:t>presence</a:t>
            </a:r>
            <a:r>
              <a:rPr sz="2800" spc="-65" dirty="0"/>
              <a:t> </a:t>
            </a:r>
            <a:r>
              <a:rPr sz="2800" dirty="0"/>
              <a:t>of</a:t>
            </a:r>
            <a:r>
              <a:rPr sz="2800" spc="-70" dirty="0"/>
              <a:t> </a:t>
            </a:r>
            <a:r>
              <a:rPr sz="2800" spc="-85" dirty="0"/>
              <a:t>registered</a:t>
            </a:r>
            <a:r>
              <a:rPr sz="2800" spc="-65" dirty="0"/>
              <a:t> </a:t>
            </a:r>
            <a:r>
              <a:rPr sz="2800" spc="-70" dirty="0"/>
              <a:t>faculty </a:t>
            </a:r>
            <a:r>
              <a:rPr sz="2800" dirty="0"/>
              <a:t>in</a:t>
            </a:r>
            <a:r>
              <a:rPr sz="2800" spc="-65" dirty="0"/>
              <a:t> </a:t>
            </a:r>
            <a:r>
              <a:rPr sz="2800" spc="-20" dirty="0"/>
              <a:t>real </a:t>
            </a:r>
            <a:r>
              <a:rPr sz="2800" spc="-45" dirty="0"/>
              <a:t>time</a:t>
            </a:r>
            <a:r>
              <a:rPr sz="2800" spc="-95" dirty="0"/>
              <a:t> </a:t>
            </a:r>
            <a:r>
              <a:rPr sz="2800" dirty="0"/>
              <a:t>through</a:t>
            </a:r>
            <a:r>
              <a:rPr sz="2800" spc="-85" dirty="0"/>
              <a:t> face </a:t>
            </a:r>
            <a:r>
              <a:rPr sz="2800" spc="-75" dirty="0"/>
              <a:t>recognition.</a:t>
            </a:r>
            <a:r>
              <a:rPr sz="2800" spc="-85" dirty="0"/>
              <a:t> </a:t>
            </a:r>
            <a:r>
              <a:rPr sz="2800" dirty="0"/>
              <a:t>The</a:t>
            </a:r>
            <a:r>
              <a:rPr sz="2800" spc="-90" dirty="0"/>
              <a:t> system</a:t>
            </a:r>
            <a:r>
              <a:rPr sz="2800" spc="-85" dirty="0"/>
              <a:t> </a:t>
            </a:r>
            <a:r>
              <a:rPr sz="2800" spc="-75" dirty="0"/>
              <a:t>is</a:t>
            </a:r>
            <a:r>
              <a:rPr sz="2800" spc="-85" dirty="0"/>
              <a:t> </a:t>
            </a:r>
            <a:r>
              <a:rPr sz="2800" spc="-65" dirty="0"/>
              <a:t>linked</a:t>
            </a:r>
            <a:r>
              <a:rPr sz="2800" spc="-85" dirty="0"/>
              <a:t> </a:t>
            </a:r>
            <a:r>
              <a:rPr sz="2800" spc="75" dirty="0"/>
              <a:t>to</a:t>
            </a:r>
            <a:r>
              <a:rPr sz="2800" spc="-90" dirty="0"/>
              <a:t> </a:t>
            </a:r>
            <a:r>
              <a:rPr sz="2800" dirty="0"/>
              <a:t>the</a:t>
            </a:r>
            <a:r>
              <a:rPr sz="2800" spc="-85" dirty="0"/>
              <a:t> </a:t>
            </a:r>
            <a:r>
              <a:rPr sz="2800" spc="-65" dirty="0"/>
              <a:t>institution's</a:t>
            </a:r>
            <a:r>
              <a:rPr sz="2800" spc="-85" dirty="0"/>
              <a:t> </a:t>
            </a:r>
            <a:r>
              <a:rPr sz="2800" spc="-105" dirty="0"/>
              <a:t>class</a:t>
            </a:r>
            <a:r>
              <a:rPr sz="2800" spc="-85" dirty="0"/>
              <a:t> </a:t>
            </a:r>
            <a:r>
              <a:rPr sz="2800" spc="-65" dirty="0"/>
              <a:t>timetable,</a:t>
            </a:r>
            <a:r>
              <a:rPr sz="2800" spc="-85" dirty="0"/>
              <a:t> </a:t>
            </a:r>
            <a:r>
              <a:rPr sz="2800" spc="-80" dirty="0"/>
              <a:t>sending</a:t>
            </a:r>
            <a:r>
              <a:rPr sz="2800" spc="-85" dirty="0"/>
              <a:t> </a:t>
            </a:r>
            <a:r>
              <a:rPr sz="2800" dirty="0"/>
              <a:t>automated</a:t>
            </a:r>
            <a:r>
              <a:rPr sz="2800" spc="-85" dirty="0"/>
              <a:t> </a:t>
            </a:r>
            <a:r>
              <a:rPr sz="2800" spc="-25" dirty="0"/>
              <a:t>SMS </a:t>
            </a:r>
            <a:r>
              <a:rPr sz="2800" spc="-90" dirty="0"/>
              <a:t>reminders</a:t>
            </a:r>
            <a:r>
              <a:rPr sz="2800" spc="-100" dirty="0"/>
              <a:t> </a:t>
            </a:r>
            <a:r>
              <a:rPr sz="2800" spc="55" dirty="0"/>
              <a:t>to</a:t>
            </a:r>
            <a:r>
              <a:rPr sz="2800" spc="-185" dirty="0"/>
              <a:t> </a:t>
            </a:r>
            <a:r>
              <a:rPr sz="2800" spc="-100" dirty="0"/>
              <a:t>faculty</a:t>
            </a:r>
            <a:r>
              <a:rPr sz="2800" spc="-90" dirty="0"/>
              <a:t> before</a:t>
            </a:r>
            <a:r>
              <a:rPr sz="2800" spc="-95" dirty="0"/>
              <a:t> </a:t>
            </a:r>
            <a:r>
              <a:rPr sz="2800" spc="-65" dirty="0"/>
              <a:t>their</a:t>
            </a:r>
            <a:r>
              <a:rPr sz="2800" spc="-95" dirty="0"/>
              <a:t> </a:t>
            </a:r>
            <a:r>
              <a:rPr sz="2800" spc="-105" dirty="0"/>
              <a:t>scheduled</a:t>
            </a:r>
            <a:r>
              <a:rPr sz="2800" spc="-80" dirty="0"/>
              <a:t> </a:t>
            </a:r>
            <a:r>
              <a:rPr sz="2800" spc="-155" dirty="0"/>
              <a:t>classes</a:t>
            </a:r>
            <a:r>
              <a:rPr sz="2800" spc="-35" dirty="0"/>
              <a:t> </a:t>
            </a:r>
            <a:r>
              <a:rPr sz="2800" spc="55" dirty="0"/>
              <a:t>to</a:t>
            </a:r>
            <a:r>
              <a:rPr sz="2800" spc="-90" dirty="0"/>
              <a:t> </a:t>
            </a:r>
            <a:r>
              <a:rPr sz="2800" spc="-80" dirty="0"/>
              <a:t>improve</a:t>
            </a:r>
            <a:r>
              <a:rPr sz="2800" spc="-90" dirty="0"/>
              <a:t> </a:t>
            </a:r>
            <a:r>
              <a:rPr sz="2800" spc="-65" dirty="0"/>
              <a:t>punctuality.</a:t>
            </a:r>
            <a:r>
              <a:rPr sz="2800" spc="-90" dirty="0"/>
              <a:t> </a:t>
            </a:r>
            <a:r>
              <a:rPr sz="2800" spc="90" dirty="0"/>
              <a:t>A</a:t>
            </a:r>
            <a:r>
              <a:rPr sz="2800" spc="-95" dirty="0"/>
              <a:t> </a:t>
            </a:r>
            <a:r>
              <a:rPr sz="2800" spc="-125" dirty="0"/>
              <a:t>web</a:t>
            </a:r>
            <a:r>
              <a:rPr sz="2800" spc="-60" dirty="0"/>
              <a:t> </a:t>
            </a:r>
            <a:r>
              <a:rPr sz="2800" spc="-10" dirty="0"/>
              <a:t>dashboard</a:t>
            </a:r>
            <a:r>
              <a:rPr sz="2800" spc="-90" dirty="0"/>
              <a:t> </a:t>
            </a:r>
            <a:r>
              <a:rPr sz="2800" spc="-110" dirty="0"/>
              <a:t>displays</a:t>
            </a:r>
            <a:r>
              <a:rPr sz="2800" spc="-80" dirty="0"/>
              <a:t> </a:t>
            </a:r>
            <a:r>
              <a:rPr sz="2800" spc="-40" dirty="0"/>
              <a:t>the</a:t>
            </a:r>
            <a:r>
              <a:rPr sz="2800" spc="-90" dirty="0"/>
              <a:t> </a:t>
            </a:r>
            <a:r>
              <a:rPr sz="2800" spc="-10" dirty="0"/>
              <a:t>current </a:t>
            </a:r>
            <a:r>
              <a:rPr sz="2800" spc="-55" dirty="0"/>
              <a:t>status</a:t>
            </a:r>
            <a:r>
              <a:rPr sz="2800" spc="-125" dirty="0"/>
              <a:t> </a:t>
            </a:r>
            <a:r>
              <a:rPr sz="2800" spc="-90" dirty="0"/>
              <a:t>of</a:t>
            </a:r>
            <a:r>
              <a:rPr sz="2800" spc="-80" dirty="0"/>
              <a:t> </a:t>
            </a:r>
            <a:r>
              <a:rPr sz="2800" spc="-100" dirty="0"/>
              <a:t>classrooms</a:t>
            </a:r>
            <a:r>
              <a:rPr sz="2800" spc="-80" dirty="0"/>
              <a:t> </a:t>
            </a:r>
            <a:r>
              <a:rPr sz="2800" spc="-110" dirty="0"/>
              <a:t>using</a:t>
            </a:r>
            <a:r>
              <a:rPr sz="2800" spc="-75" dirty="0"/>
              <a:t> </a:t>
            </a:r>
            <a:r>
              <a:rPr sz="2800" spc="-114" dirty="0"/>
              <a:t>green</a:t>
            </a:r>
            <a:r>
              <a:rPr sz="2800" spc="-75" dirty="0"/>
              <a:t> </a:t>
            </a:r>
            <a:r>
              <a:rPr sz="2800" spc="30" dirty="0"/>
              <a:t>or</a:t>
            </a:r>
            <a:r>
              <a:rPr sz="2800" spc="-75" dirty="0"/>
              <a:t> </a:t>
            </a:r>
            <a:r>
              <a:rPr sz="2800" spc="-60" dirty="0"/>
              <a:t>red</a:t>
            </a:r>
            <a:r>
              <a:rPr sz="2800" spc="-80" dirty="0"/>
              <a:t> </a:t>
            </a:r>
            <a:r>
              <a:rPr sz="2800" spc="-75" dirty="0"/>
              <a:t>indicators, </a:t>
            </a:r>
            <a:r>
              <a:rPr sz="2800" spc="-110" dirty="0"/>
              <a:t>helping</a:t>
            </a:r>
            <a:r>
              <a:rPr sz="2800" spc="-80" dirty="0"/>
              <a:t> </a:t>
            </a:r>
            <a:r>
              <a:rPr sz="2800" spc="-55" dirty="0"/>
              <a:t>administrators</a:t>
            </a:r>
            <a:r>
              <a:rPr sz="2800" spc="-75" dirty="0"/>
              <a:t> </a:t>
            </a:r>
            <a:r>
              <a:rPr sz="2800" spc="-30" dirty="0"/>
              <a:t>monitor</a:t>
            </a:r>
            <a:r>
              <a:rPr sz="2800" spc="-80" dirty="0"/>
              <a:t> </a:t>
            </a:r>
            <a:r>
              <a:rPr sz="2800" spc="-100" dirty="0"/>
              <a:t>multiple</a:t>
            </a:r>
            <a:r>
              <a:rPr sz="2800" spc="-80" dirty="0"/>
              <a:t> </a:t>
            </a:r>
            <a:r>
              <a:rPr sz="2800" spc="-35" dirty="0"/>
              <a:t>rooms</a:t>
            </a:r>
            <a:r>
              <a:rPr sz="2800" spc="-75" dirty="0"/>
              <a:t> </a:t>
            </a:r>
            <a:r>
              <a:rPr sz="2800" spc="-150" dirty="0"/>
              <a:t>efficiently.</a:t>
            </a:r>
            <a:r>
              <a:rPr sz="2800" spc="-40" dirty="0"/>
              <a:t> </a:t>
            </a:r>
            <a:r>
              <a:rPr sz="2800" spc="-25" dirty="0"/>
              <a:t>The </a:t>
            </a:r>
            <a:r>
              <a:rPr sz="2800" spc="-125" dirty="0"/>
              <a:t>system</a:t>
            </a:r>
            <a:r>
              <a:rPr sz="2800" spc="-65" dirty="0"/>
              <a:t> </a:t>
            </a:r>
            <a:r>
              <a:rPr sz="2800" spc="-110" dirty="0"/>
              <a:t>ensures</a:t>
            </a:r>
            <a:r>
              <a:rPr sz="2800" spc="-70" dirty="0"/>
              <a:t> </a:t>
            </a:r>
            <a:r>
              <a:rPr sz="2800" spc="-45" dirty="0"/>
              <a:t>non-</a:t>
            </a:r>
            <a:r>
              <a:rPr sz="2800" spc="-105" dirty="0"/>
              <a:t>intrusive</a:t>
            </a:r>
            <a:r>
              <a:rPr sz="2800" spc="-65" dirty="0"/>
              <a:t> </a:t>
            </a:r>
            <a:r>
              <a:rPr sz="2800" spc="20" dirty="0"/>
              <a:t>and</a:t>
            </a:r>
            <a:r>
              <a:rPr sz="2800" spc="-65" dirty="0"/>
              <a:t> </a:t>
            </a:r>
            <a:r>
              <a:rPr sz="2800" spc="-114" dirty="0"/>
              <a:t>privacy-respecting</a:t>
            </a:r>
            <a:r>
              <a:rPr sz="2800" spc="-70" dirty="0"/>
              <a:t> </a:t>
            </a:r>
            <a:r>
              <a:rPr sz="2800" spc="-75" dirty="0"/>
              <a:t>monitoring—</a:t>
            </a:r>
            <a:r>
              <a:rPr sz="2800" spc="35" dirty="0"/>
              <a:t>no</a:t>
            </a:r>
            <a:r>
              <a:rPr sz="2800" spc="-65" dirty="0"/>
              <a:t> </a:t>
            </a:r>
            <a:r>
              <a:rPr sz="2800" spc="-110" dirty="0"/>
              <a:t>video</a:t>
            </a:r>
            <a:r>
              <a:rPr sz="2800" spc="-65" dirty="0"/>
              <a:t> </a:t>
            </a:r>
            <a:r>
              <a:rPr sz="2800" spc="-95" dirty="0"/>
              <a:t>recordings</a:t>
            </a:r>
            <a:r>
              <a:rPr sz="2800" spc="-65" dirty="0"/>
              <a:t> </a:t>
            </a:r>
            <a:r>
              <a:rPr sz="2800" spc="-45" dirty="0"/>
              <a:t>are</a:t>
            </a:r>
            <a:r>
              <a:rPr sz="2800" spc="-65" dirty="0"/>
              <a:t> </a:t>
            </a:r>
            <a:r>
              <a:rPr sz="2800" spc="-70" dirty="0"/>
              <a:t>stored. </a:t>
            </a:r>
            <a:r>
              <a:rPr sz="2800" spc="-90" dirty="0"/>
              <a:t>This</a:t>
            </a:r>
            <a:r>
              <a:rPr sz="2800" spc="-65" dirty="0"/>
              <a:t> solution </a:t>
            </a:r>
            <a:r>
              <a:rPr sz="2800" spc="-25" dirty="0"/>
              <a:t>is </a:t>
            </a:r>
            <a:r>
              <a:rPr sz="2800" spc="-120" dirty="0"/>
              <a:t>efficient,</a:t>
            </a:r>
            <a:r>
              <a:rPr sz="2800" spc="-70" dirty="0"/>
              <a:t> </a:t>
            </a:r>
            <a:r>
              <a:rPr sz="2800" spc="-95" dirty="0"/>
              <a:t>scalable,</a:t>
            </a:r>
            <a:r>
              <a:rPr sz="2800" spc="-85" dirty="0"/>
              <a:t> </a:t>
            </a:r>
            <a:r>
              <a:rPr sz="2800" spc="50" dirty="0"/>
              <a:t>and</a:t>
            </a:r>
            <a:r>
              <a:rPr sz="2800" spc="-75" dirty="0"/>
              <a:t> </a:t>
            </a:r>
            <a:r>
              <a:rPr sz="2800" spc="-185" dirty="0"/>
              <a:t>well-</a:t>
            </a:r>
            <a:r>
              <a:rPr sz="2800" spc="-60" dirty="0"/>
              <a:t>suited</a:t>
            </a:r>
            <a:r>
              <a:rPr sz="2800" spc="-75" dirty="0"/>
              <a:t> </a:t>
            </a:r>
            <a:r>
              <a:rPr sz="2800" dirty="0"/>
              <a:t>for</a:t>
            </a:r>
            <a:r>
              <a:rPr sz="2800" spc="-80" dirty="0"/>
              <a:t> </a:t>
            </a:r>
            <a:r>
              <a:rPr sz="2800" dirty="0"/>
              <a:t>modern</a:t>
            </a:r>
            <a:r>
              <a:rPr sz="2800" spc="-75" dirty="0"/>
              <a:t> campuses </a:t>
            </a:r>
            <a:r>
              <a:rPr sz="2800" spc="-55" dirty="0"/>
              <a:t>aiming</a:t>
            </a:r>
            <a:r>
              <a:rPr sz="2800" spc="-75" dirty="0"/>
              <a:t> </a:t>
            </a:r>
            <a:r>
              <a:rPr sz="2800" spc="75" dirty="0"/>
              <a:t>to</a:t>
            </a:r>
            <a:r>
              <a:rPr sz="2800" spc="-75" dirty="0"/>
              <a:t> </a:t>
            </a:r>
            <a:r>
              <a:rPr sz="2800" spc="-50" dirty="0"/>
              <a:t>improve</a:t>
            </a:r>
            <a:r>
              <a:rPr sz="2800" spc="-80" dirty="0"/>
              <a:t> </a:t>
            </a:r>
            <a:r>
              <a:rPr sz="2800" spc="-60" dirty="0"/>
              <a:t>classroom</a:t>
            </a:r>
            <a:r>
              <a:rPr sz="2800" spc="-75" dirty="0"/>
              <a:t> </a:t>
            </a:r>
            <a:r>
              <a:rPr sz="2800" spc="-80" dirty="0"/>
              <a:t>supervision</a:t>
            </a:r>
            <a:r>
              <a:rPr sz="2800" spc="-75" dirty="0"/>
              <a:t> </a:t>
            </a:r>
            <a:r>
              <a:rPr sz="2800" spc="50" dirty="0"/>
              <a:t>and</a:t>
            </a:r>
            <a:r>
              <a:rPr sz="2800" spc="-75" dirty="0"/>
              <a:t> </a:t>
            </a:r>
            <a:r>
              <a:rPr sz="2800" spc="-10" dirty="0"/>
              <a:t>teaching </a:t>
            </a:r>
            <a:r>
              <a:rPr sz="2800" spc="-60" dirty="0"/>
              <a:t>quality</a:t>
            </a:r>
            <a:r>
              <a:rPr sz="2800" spc="-275" dirty="0"/>
              <a:t> </a:t>
            </a:r>
            <a:r>
              <a:rPr sz="2800" spc="-10" dirty="0"/>
              <a:t>through</a:t>
            </a:r>
            <a:r>
              <a:rPr sz="2800" spc="-280" dirty="0"/>
              <a:t> </a:t>
            </a:r>
            <a:r>
              <a:rPr sz="2800" spc="-10" dirty="0"/>
              <a:t>automation</a:t>
            </a:r>
            <a:r>
              <a:rPr sz="2800" spc="-275" dirty="0"/>
              <a:t> </a:t>
            </a:r>
            <a:r>
              <a:rPr sz="2800" spc="50" dirty="0"/>
              <a:t>and</a:t>
            </a:r>
            <a:r>
              <a:rPr sz="2800" spc="-275" dirty="0"/>
              <a:t> </a:t>
            </a:r>
            <a:r>
              <a:rPr sz="2800" spc="-10" dirty="0"/>
              <a:t>smart</a:t>
            </a:r>
            <a:r>
              <a:rPr sz="2800" spc="-275" dirty="0"/>
              <a:t> </a:t>
            </a:r>
            <a:r>
              <a:rPr sz="2800" spc="-10" dirty="0"/>
              <a:t>technologies.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BF4EA-1BD7-6E29-8360-9E6820A7DB63}"/>
              </a:ext>
            </a:extLst>
          </p:cNvPr>
          <p:cNvSpPr>
            <a:spLocks noGrp="1"/>
          </p:cNvSpPr>
          <p:nvPr>
            <p:ph type="title"/>
          </p:nvPr>
        </p:nvSpPr>
        <p:spPr>
          <a:xfrm>
            <a:off x="1016000" y="591341"/>
            <a:ext cx="14817090" cy="738664"/>
          </a:xfrm>
        </p:spPr>
        <p:txBody>
          <a:bodyPr/>
          <a:lstStyle/>
          <a:p>
            <a:r>
              <a:rPr lang="en-US" sz="4800" dirty="0"/>
              <a:t>T</a:t>
            </a:r>
            <a:r>
              <a:rPr lang="en-IN" sz="4800" dirty="0"/>
              <a:t>ECHNOLOGIES USED</a:t>
            </a:r>
          </a:p>
        </p:txBody>
      </p:sp>
      <p:sp>
        <p:nvSpPr>
          <p:cNvPr id="3" name="Text Placeholder 2">
            <a:extLst>
              <a:ext uri="{FF2B5EF4-FFF2-40B4-BE49-F238E27FC236}">
                <a16:creationId xmlns:a16="http://schemas.microsoft.com/office/drawing/2014/main" id="{CAB17E2D-95BC-B9FE-E9AE-DB6020B94985}"/>
              </a:ext>
            </a:extLst>
          </p:cNvPr>
          <p:cNvSpPr>
            <a:spLocks noGrp="1"/>
          </p:cNvSpPr>
          <p:nvPr>
            <p:ph type="body" idx="1"/>
          </p:nvPr>
        </p:nvSpPr>
        <p:spPr>
          <a:xfrm>
            <a:off x="762000" y="1714500"/>
            <a:ext cx="16275050" cy="6924973"/>
          </a:xfrm>
        </p:spPr>
        <p:txBody>
          <a:bodyPr/>
          <a:lstStyle/>
          <a:p>
            <a:pPr marL="457200" indent="-457200" algn="just">
              <a:lnSpc>
                <a:spcPct val="150000"/>
              </a:lnSpc>
              <a:buFont typeface="Arial" panose="020B0604020202020204" pitchFamily="34" charset="0"/>
              <a:buChar char="•"/>
            </a:pPr>
            <a:r>
              <a:rPr lang="en-US" sz="2800" b="1" dirty="0"/>
              <a:t>Python - </a:t>
            </a:r>
            <a:r>
              <a:rPr lang="en-US" sz="2800" dirty="0"/>
              <a:t>A popular programming language used to build the backend logic of the system.</a:t>
            </a:r>
          </a:p>
          <a:p>
            <a:pPr marL="457200" indent="-457200" algn="just">
              <a:lnSpc>
                <a:spcPct val="150000"/>
              </a:lnSpc>
              <a:buFont typeface="Arial" panose="020B0604020202020204" pitchFamily="34" charset="0"/>
              <a:buChar char="•"/>
            </a:pPr>
            <a:r>
              <a:rPr lang="en-US" sz="2800" b="1" dirty="0"/>
              <a:t>OpenCV- </a:t>
            </a:r>
            <a:r>
              <a:rPr lang="en-US" sz="2800" dirty="0"/>
              <a:t>A library used to process images and videos — helps detect and recognize faces using the                </a:t>
            </a:r>
          </a:p>
          <a:p>
            <a:pPr algn="just">
              <a:lnSpc>
                <a:spcPct val="150000"/>
              </a:lnSpc>
            </a:pPr>
            <a:r>
              <a:rPr lang="en-US" sz="2800" dirty="0"/>
              <a:t>     webcam.</a:t>
            </a:r>
          </a:p>
          <a:p>
            <a:pPr marL="457200" indent="-457200" algn="just">
              <a:lnSpc>
                <a:spcPct val="150000"/>
              </a:lnSpc>
              <a:buFont typeface="Arial" panose="020B0604020202020204" pitchFamily="34" charset="0"/>
              <a:buChar char="•"/>
            </a:pPr>
            <a:r>
              <a:rPr lang="en-IN" sz="2800" b="1" dirty="0"/>
              <a:t>Face Recognition Library - </a:t>
            </a:r>
            <a:r>
              <a:rPr lang="en-US" sz="2800" dirty="0"/>
              <a:t>Python-based library that identifies registered faculty faces accurately.</a:t>
            </a:r>
          </a:p>
          <a:p>
            <a:pPr marL="457200" indent="-457200" algn="just">
              <a:lnSpc>
                <a:spcPct val="150000"/>
              </a:lnSpc>
              <a:buFont typeface="Arial" panose="020B0604020202020204" pitchFamily="34" charset="0"/>
              <a:buChar char="•"/>
            </a:pPr>
            <a:r>
              <a:rPr lang="en-US" sz="2800" b="1" dirty="0"/>
              <a:t>Flask - </a:t>
            </a:r>
            <a:r>
              <a:rPr lang="en-US" sz="2800" dirty="0"/>
              <a:t>A lightweight web framework used to create the web dashboard that shows classroom status.</a:t>
            </a:r>
          </a:p>
          <a:p>
            <a:pPr marL="457200" indent="-457200" algn="just">
              <a:lnSpc>
                <a:spcPct val="150000"/>
              </a:lnSpc>
              <a:buFont typeface="Arial" panose="020B0604020202020204" pitchFamily="34" charset="0"/>
              <a:buChar char="•"/>
            </a:pPr>
            <a:r>
              <a:rPr lang="en-US" sz="2800" b="1" dirty="0"/>
              <a:t>Twilio API - </a:t>
            </a:r>
            <a:r>
              <a:rPr lang="en-US" sz="2800" dirty="0"/>
              <a:t>Sends SMS alerts to faculty before class.</a:t>
            </a:r>
          </a:p>
          <a:p>
            <a:pPr marL="457200" indent="-457200" algn="just">
              <a:lnSpc>
                <a:spcPct val="150000"/>
              </a:lnSpc>
              <a:buFont typeface="Arial" panose="020B0604020202020204" pitchFamily="34" charset="0"/>
              <a:buChar char="•"/>
            </a:pPr>
            <a:r>
              <a:rPr lang="en-US" sz="2800" b="1" dirty="0"/>
              <a:t>Webcam- </a:t>
            </a:r>
            <a:r>
              <a:rPr lang="en-US" sz="2800" dirty="0"/>
              <a:t>Captures real-time images of the classroom to detect faculty presence.</a:t>
            </a:r>
          </a:p>
          <a:p>
            <a:pPr marL="457200" indent="-457200" algn="just">
              <a:lnSpc>
                <a:spcPct val="150000"/>
              </a:lnSpc>
              <a:buFont typeface="Arial" panose="020B0604020202020204" pitchFamily="34" charset="0"/>
              <a:buChar char="•"/>
            </a:pPr>
            <a:r>
              <a:rPr lang="en-IN" sz="2800" b="1" dirty="0"/>
              <a:t>Faculty Timetable (Database) - </a:t>
            </a:r>
            <a:r>
              <a:rPr lang="en-US" sz="2800" dirty="0"/>
              <a:t>Stores class schedules to trigger timely alerts and check for       </a:t>
            </a:r>
          </a:p>
          <a:p>
            <a:pPr algn="just">
              <a:lnSpc>
                <a:spcPct val="150000"/>
              </a:lnSpc>
            </a:pPr>
            <a:r>
              <a:rPr lang="en-US" sz="2800" dirty="0"/>
              <a:t>     attendance.</a:t>
            </a:r>
          </a:p>
          <a:p>
            <a:pPr marL="457200" indent="-457200" algn="just">
              <a:lnSpc>
                <a:spcPct val="150000"/>
              </a:lnSpc>
              <a:buFont typeface="Arial" panose="020B0604020202020204" pitchFamily="34" charset="0"/>
              <a:buChar char="•"/>
            </a:pPr>
            <a:r>
              <a:rPr lang="en-IN" sz="2800" b="1" dirty="0"/>
              <a:t>HTML/CSS (for UI) - </a:t>
            </a:r>
            <a:r>
              <a:rPr lang="en-US" sz="2800" dirty="0"/>
              <a:t>Used to design the visual web dashboard interface for real-time classroom monitoring.</a:t>
            </a:r>
            <a:endParaRPr lang="en-US" sz="2800" b="1" dirty="0"/>
          </a:p>
          <a:p>
            <a:endParaRPr lang="en-IN" b="1" dirty="0"/>
          </a:p>
        </p:txBody>
      </p:sp>
    </p:spTree>
    <p:extLst>
      <p:ext uri="{BB962C8B-B14F-4D97-AF65-F5344CB8AC3E}">
        <p14:creationId xmlns:p14="http://schemas.microsoft.com/office/powerpoint/2010/main" val="5103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6000" y="873118"/>
            <a:ext cx="12811760" cy="751488"/>
          </a:xfrm>
          <a:prstGeom prst="rect">
            <a:avLst/>
          </a:prstGeom>
        </p:spPr>
        <p:txBody>
          <a:bodyPr vert="horz" wrap="square" lIns="0" tIns="12700" rIns="0" bIns="0" rtlCol="0">
            <a:spAutoFit/>
          </a:bodyPr>
          <a:lstStyle/>
          <a:p>
            <a:pPr marL="12700" algn="just">
              <a:lnSpc>
                <a:spcPct val="100000"/>
              </a:lnSpc>
              <a:spcBef>
                <a:spcPts val="100"/>
              </a:spcBef>
              <a:tabLst>
                <a:tab pos="3838575" algn="l"/>
                <a:tab pos="6478905" algn="l"/>
                <a:tab pos="8970645" algn="l"/>
              </a:tabLst>
            </a:pPr>
            <a:r>
              <a:rPr sz="4800" spc="60" dirty="0"/>
              <a:t>PROJECT</a:t>
            </a:r>
            <a:r>
              <a:rPr lang="en-IN" sz="4800" spc="60" dirty="0"/>
              <a:t> </a:t>
            </a:r>
            <a:r>
              <a:rPr sz="4800" spc="-20" dirty="0"/>
              <a:t>WORK</a:t>
            </a:r>
            <a:r>
              <a:rPr lang="en-IN" sz="4800" spc="-20" dirty="0"/>
              <a:t> </a:t>
            </a:r>
            <a:r>
              <a:rPr sz="4800" spc="-20" dirty="0"/>
              <a:t>FLOW</a:t>
            </a:r>
            <a:r>
              <a:rPr lang="en-IN" sz="4800" spc="-20" dirty="0"/>
              <a:t> </a:t>
            </a:r>
            <a:r>
              <a:rPr sz="4800" spc="-10" dirty="0"/>
              <a:t>DIAGRAM</a:t>
            </a:r>
            <a:endParaRPr sz="4800" dirty="0"/>
          </a:p>
        </p:txBody>
      </p:sp>
      <p:pic>
        <p:nvPicPr>
          <p:cNvPr id="9" name="Picture 8" descr="A diagram of a computer program&#10;&#10;AI-generated content may be incorrect.">
            <a:extLst>
              <a:ext uri="{FF2B5EF4-FFF2-40B4-BE49-F238E27FC236}">
                <a16:creationId xmlns:a16="http://schemas.microsoft.com/office/drawing/2014/main" id="{F21AE6C1-9901-692F-B6E4-701D9FC619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039" y="2019300"/>
            <a:ext cx="13639800" cy="739458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800100"/>
            <a:ext cx="14817090" cy="4140749"/>
          </a:xfrm>
          <a:prstGeom prst="rect">
            <a:avLst/>
          </a:prstGeom>
        </p:spPr>
        <p:txBody>
          <a:bodyPr vert="horz" wrap="square" lIns="0" tIns="319405" rIns="0" bIns="0" rtlCol="0">
            <a:spAutoFit/>
          </a:bodyPr>
          <a:lstStyle/>
          <a:p>
            <a:pPr marL="12700" algn="just">
              <a:lnSpc>
                <a:spcPct val="100000"/>
              </a:lnSpc>
              <a:spcBef>
                <a:spcPts val="2515"/>
              </a:spcBef>
            </a:pPr>
            <a:r>
              <a:rPr sz="4800" dirty="0"/>
              <a:t>EXISTING</a:t>
            </a:r>
            <a:r>
              <a:rPr sz="4800" spc="175" dirty="0"/>
              <a:t> </a:t>
            </a:r>
            <a:r>
              <a:rPr sz="4800" spc="70" dirty="0"/>
              <a:t>SYSTEM</a:t>
            </a:r>
          </a:p>
          <a:p>
            <a:pPr marL="12700" marR="5080" algn="just">
              <a:lnSpc>
                <a:spcPct val="114599"/>
              </a:lnSpc>
              <a:spcBef>
                <a:spcPts val="925"/>
              </a:spcBef>
            </a:pPr>
            <a:r>
              <a:rPr lang="en-US" sz="2800" b="0" spc="70" dirty="0">
                <a:solidFill>
                  <a:srgbClr val="16536F"/>
                </a:solidFill>
                <a:latin typeface="Times New Roman"/>
                <a:cs typeface="Times New Roman"/>
              </a:rPr>
              <a:t>	</a:t>
            </a:r>
            <a:r>
              <a:rPr sz="2800" b="0" spc="70" dirty="0">
                <a:solidFill>
                  <a:srgbClr val="16536F"/>
                </a:solidFill>
                <a:latin typeface="Times New Roman"/>
                <a:cs typeface="Times New Roman"/>
              </a:rPr>
              <a:t>In</a:t>
            </a:r>
            <a:r>
              <a:rPr sz="2800" b="0" spc="145" dirty="0">
                <a:solidFill>
                  <a:srgbClr val="16536F"/>
                </a:solidFill>
                <a:latin typeface="Times New Roman"/>
                <a:cs typeface="Times New Roman"/>
              </a:rPr>
              <a:t> </a:t>
            </a:r>
            <a:r>
              <a:rPr sz="2800" b="0" dirty="0">
                <a:solidFill>
                  <a:srgbClr val="16536F"/>
                </a:solidFill>
                <a:latin typeface="Times New Roman"/>
                <a:cs typeface="Times New Roman"/>
              </a:rPr>
              <a:t>many</a:t>
            </a:r>
            <a:r>
              <a:rPr sz="2800" b="0" spc="145" dirty="0">
                <a:solidFill>
                  <a:srgbClr val="16536F"/>
                </a:solidFill>
                <a:latin typeface="Times New Roman"/>
                <a:cs typeface="Times New Roman"/>
              </a:rPr>
              <a:t> </a:t>
            </a:r>
            <a:r>
              <a:rPr sz="2800" b="0" spc="-10" dirty="0">
                <a:solidFill>
                  <a:srgbClr val="16536F"/>
                </a:solidFill>
                <a:latin typeface="Times New Roman"/>
                <a:cs typeface="Times New Roman"/>
              </a:rPr>
              <a:t>educational</a:t>
            </a:r>
            <a:r>
              <a:rPr sz="2800" b="0" spc="145" dirty="0">
                <a:solidFill>
                  <a:srgbClr val="16536F"/>
                </a:solidFill>
                <a:latin typeface="Times New Roman"/>
                <a:cs typeface="Times New Roman"/>
              </a:rPr>
              <a:t> </a:t>
            </a:r>
            <a:r>
              <a:rPr sz="2800" b="0" spc="-25" dirty="0">
                <a:solidFill>
                  <a:srgbClr val="16536F"/>
                </a:solidFill>
                <a:latin typeface="Times New Roman"/>
                <a:cs typeface="Times New Roman"/>
              </a:rPr>
              <a:t>institutions,</a:t>
            </a:r>
            <a:r>
              <a:rPr sz="2800" b="0" spc="150" dirty="0">
                <a:solidFill>
                  <a:srgbClr val="16536F"/>
                </a:solidFill>
                <a:latin typeface="Times New Roman"/>
                <a:cs typeface="Times New Roman"/>
              </a:rPr>
              <a:t> </a:t>
            </a:r>
            <a:r>
              <a:rPr sz="2800" b="0" dirty="0">
                <a:solidFill>
                  <a:srgbClr val="16536F"/>
                </a:solidFill>
                <a:latin typeface="Times New Roman"/>
                <a:cs typeface="Times New Roman"/>
              </a:rPr>
              <a:t>there</a:t>
            </a:r>
            <a:r>
              <a:rPr sz="2800" b="0" spc="150" dirty="0">
                <a:solidFill>
                  <a:srgbClr val="16536F"/>
                </a:solidFill>
                <a:latin typeface="Times New Roman"/>
                <a:cs typeface="Times New Roman"/>
              </a:rPr>
              <a:t> </a:t>
            </a:r>
            <a:r>
              <a:rPr sz="2800" b="0" dirty="0">
                <a:solidFill>
                  <a:srgbClr val="16536F"/>
                </a:solidFill>
                <a:latin typeface="Times New Roman"/>
                <a:cs typeface="Times New Roman"/>
              </a:rPr>
              <a:t>is</a:t>
            </a:r>
            <a:r>
              <a:rPr sz="2800" b="0" spc="150" dirty="0">
                <a:solidFill>
                  <a:srgbClr val="16536F"/>
                </a:solidFill>
                <a:latin typeface="Times New Roman"/>
                <a:cs typeface="Times New Roman"/>
              </a:rPr>
              <a:t> </a:t>
            </a:r>
            <a:r>
              <a:rPr sz="2800" b="0" spc="70" dirty="0">
                <a:solidFill>
                  <a:srgbClr val="16536F"/>
                </a:solidFill>
                <a:latin typeface="Times New Roman"/>
                <a:cs typeface="Times New Roman"/>
              </a:rPr>
              <a:t>no</a:t>
            </a:r>
            <a:r>
              <a:rPr sz="2800" b="0" spc="145" dirty="0">
                <a:solidFill>
                  <a:srgbClr val="16536F"/>
                </a:solidFill>
                <a:latin typeface="Times New Roman"/>
                <a:cs typeface="Times New Roman"/>
              </a:rPr>
              <a:t> </a:t>
            </a:r>
            <a:r>
              <a:rPr sz="2800" b="0" dirty="0">
                <a:solidFill>
                  <a:srgbClr val="16536F"/>
                </a:solidFill>
                <a:latin typeface="Times New Roman"/>
                <a:cs typeface="Times New Roman"/>
              </a:rPr>
              <a:t>automated</a:t>
            </a:r>
            <a:r>
              <a:rPr sz="2800" b="0" spc="145" dirty="0">
                <a:solidFill>
                  <a:srgbClr val="16536F"/>
                </a:solidFill>
                <a:latin typeface="Times New Roman"/>
                <a:cs typeface="Times New Roman"/>
              </a:rPr>
              <a:t> </a:t>
            </a:r>
            <a:r>
              <a:rPr sz="2800" b="0" dirty="0">
                <a:solidFill>
                  <a:srgbClr val="16536F"/>
                </a:solidFill>
                <a:latin typeface="Times New Roman"/>
                <a:cs typeface="Times New Roman"/>
              </a:rPr>
              <a:t>system</a:t>
            </a:r>
            <a:r>
              <a:rPr sz="2800" b="0" spc="145" dirty="0">
                <a:solidFill>
                  <a:srgbClr val="16536F"/>
                </a:solidFill>
                <a:latin typeface="Times New Roman"/>
                <a:cs typeface="Times New Roman"/>
              </a:rPr>
              <a:t> </a:t>
            </a:r>
            <a:r>
              <a:rPr sz="2800" b="0" spc="75" dirty="0">
                <a:solidFill>
                  <a:srgbClr val="16536F"/>
                </a:solidFill>
                <a:latin typeface="Times New Roman"/>
                <a:cs typeface="Times New Roman"/>
              </a:rPr>
              <a:t>to</a:t>
            </a:r>
            <a:r>
              <a:rPr sz="2800" b="0" spc="145" dirty="0">
                <a:solidFill>
                  <a:srgbClr val="16536F"/>
                </a:solidFill>
                <a:latin typeface="Times New Roman"/>
                <a:cs typeface="Times New Roman"/>
              </a:rPr>
              <a:t> </a:t>
            </a:r>
            <a:r>
              <a:rPr sz="2800" b="0" spc="-30" dirty="0">
                <a:solidFill>
                  <a:srgbClr val="16536F"/>
                </a:solidFill>
                <a:latin typeface="Times New Roman"/>
                <a:cs typeface="Times New Roman"/>
              </a:rPr>
              <a:t>verify</a:t>
            </a:r>
            <a:r>
              <a:rPr sz="2800" b="0" spc="145" dirty="0">
                <a:solidFill>
                  <a:srgbClr val="16536F"/>
                </a:solidFill>
                <a:latin typeface="Times New Roman"/>
                <a:cs typeface="Times New Roman"/>
              </a:rPr>
              <a:t> </a:t>
            </a:r>
            <a:r>
              <a:rPr sz="2800" b="0" dirty="0">
                <a:solidFill>
                  <a:srgbClr val="16536F"/>
                </a:solidFill>
                <a:latin typeface="Times New Roman"/>
                <a:cs typeface="Times New Roman"/>
              </a:rPr>
              <a:t>if</a:t>
            </a:r>
            <a:r>
              <a:rPr sz="2800" b="0" spc="150" dirty="0">
                <a:solidFill>
                  <a:srgbClr val="16536F"/>
                </a:solidFill>
                <a:latin typeface="Times New Roman"/>
                <a:cs typeface="Times New Roman"/>
              </a:rPr>
              <a:t> </a:t>
            </a:r>
            <a:r>
              <a:rPr sz="2800" b="0" spc="-25" dirty="0">
                <a:solidFill>
                  <a:srgbClr val="16536F"/>
                </a:solidFill>
                <a:latin typeface="Times New Roman"/>
                <a:cs typeface="Times New Roman"/>
              </a:rPr>
              <a:t>classrooms</a:t>
            </a:r>
            <a:r>
              <a:rPr sz="2800" b="0" spc="145" dirty="0">
                <a:solidFill>
                  <a:srgbClr val="16536F"/>
                </a:solidFill>
                <a:latin typeface="Times New Roman"/>
                <a:cs typeface="Times New Roman"/>
              </a:rPr>
              <a:t> </a:t>
            </a:r>
            <a:r>
              <a:rPr sz="2800" b="0" dirty="0">
                <a:solidFill>
                  <a:srgbClr val="16536F"/>
                </a:solidFill>
                <a:latin typeface="Times New Roman"/>
                <a:cs typeface="Times New Roman"/>
              </a:rPr>
              <a:t>are</a:t>
            </a:r>
            <a:r>
              <a:rPr sz="2800" b="0" spc="150" dirty="0">
                <a:solidFill>
                  <a:srgbClr val="16536F"/>
                </a:solidFill>
                <a:latin typeface="Times New Roman"/>
                <a:cs typeface="Times New Roman"/>
              </a:rPr>
              <a:t> </a:t>
            </a:r>
            <a:r>
              <a:rPr sz="2800" b="0" spc="-20" dirty="0">
                <a:solidFill>
                  <a:srgbClr val="16536F"/>
                </a:solidFill>
                <a:latin typeface="Times New Roman"/>
                <a:cs typeface="Times New Roman"/>
              </a:rPr>
              <a:t>being </a:t>
            </a:r>
            <a:r>
              <a:rPr sz="2800" b="0" dirty="0">
                <a:solidFill>
                  <a:srgbClr val="16536F"/>
                </a:solidFill>
                <a:latin typeface="Times New Roman"/>
                <a:cs typeface="Times New Roman"/>
              </a:rPr>
              <a:t>properly</a:t>
            </a:r>
            <a:r>
              <a:rPr sz="2800" b="0" spc="125" dirty="0">
                <a:solidFill>
                  <a:srgbClr val="16536F"/>
                </a:solidFill>
                <a:latin typeface="Times New Roman"/>
                <a:cs typeface="Times New Roman"/>
              </a:rPr>
              <a:t> </a:t>
            </a:r>
            <a:r>
              <a:rPr sz="2800" b="0" spc="-40" dirty="0">
                <a:solidFill>
                  <a:srgbClr val="16536F"/>
                </a:solidFill>
                <a:latin typeface="Times New Roman"/>
                <a:cs typeface="Times New Roman"/>
              </a:rPr>
              <a:t>supervised.</a:t>
            </a:r>
            <a:r>
              <a:rPr sz="2800" b="0" spc="125" dirty="0">
                <a:solidFill>
                  <a:srgbClr val="16536F"/>
                </a:solidFill>
                <a:latin typeface="Times New Roman"/>
                <a:cs typeface="Times New Roman"/>
              </a:rPr>
              <a:t> </a:t>
            </a:r>
            <a:r>
              <a:rPr sz="2800" b="0" dirty="0">
                <a:solidFill>
                  <a:srgbClr val="16536F"/>
                </a:solidFill>
                <a:latin typeface="Times New Roman"/>
                <a:cs typeface="Times New Roman"/>
              </a:rPr>
              <a:t>Relying</a:t>
            </a:r>
            <a:r>
              <a:rPr sz="2800" b="0" spc="125" dirty="0">
                <a:solidFill>
                  <a:srgbClr val="16536F"/>
                </a:solidFill>
                <a:latin typeface="Times New Roman"/>
                <a:cs typeface="Times New Roman"/>
              </a:rPr>
              <a:t> </a:t>
            </a:r>
            <a:r>
              <a:rPr sz="2800" b="0" spc="70" dirty="0">
                <a:solidFill>
                  <a:srgbClr val="16536F"/>
                </a:solidFill>
                <a:latin typeface="Times New Roman"/>
                <a:cs typeface="Times New Roman"/>
              </a:rPr>
              <a:t>on</a:t>
            </a:r>
            <a:r>
              <a:rPr sz="2800" b="0" spc="130" dirty="0">
                <a:solidFill>
                  <a:srgbClr val="16536F"/>
                </a:solidFill>
                <a:latin typeface="Times New Roman"/>
                <a:cs typeface="Times New Roman"/>
              </a:rPr>
              <a:t> </a:t>
            </a:r>
            <a:r>
              <a:rPr sz="2800" b="0" dirty="0">
                <a:solidFill>
                  <a:srgbClr val="16536F"/>
                </a:solidFill>
                <a:latin typeface="Times New Roman"/>
                <a:cs typeface="Times New Roman"/>
              </a:rPr>
              <a:t>manual</a:t>
            </a:r>
            <a:r>
              <a:rPr sz="2800" b="0" spc="125" dirty="0">
                <a:solidFill>
                  <a:srgbClr val="16536F"/>
                </a:solidFill>
                <a:latin typeface="Times New Roman"/>
                <a:cs typeface="Times New Roman"/>
              </a:rPr>
              <a:t> </a:t>
            </a:r>
            <a:r>
              <a:rPr sz="2800" b="0" dirty="0">
                <a:solidFill>
                  <a:srgbClr val="16536F"/>
                </a:solidFill>
                <a:latin typeface="Times New Roman"/>
                <a:cs typeface="Times New Roman"/>
              </a:rPr>
              <a:t>checks</a:t>
            </a:r>
            <a:r>
              <a:rPr sz="2800" b="0" spc="125" dirty="0">
                <a:solidFill>
                  <a:srgbClr val="16536F"/>
                </a:solidFill>
                <a:latin typeface="Times New Roman"/>
                <a:cs typeface="Times New Roman"/>
              </a:rPr>
              <a:t> </a:t>
            </a:r>
            <a:r>
              <a:rPr sz="2800" b="0" dirty="0">
                <a:solidFill>
                  <a:srgbClr val="16536F"/>
                </a:solidFill>
                <a:latin typeface="Times New Roman"/>
                <a:cs typeface="Times New Roman"/>
              </a:rPr>
              <a:t>is</a:t>
            </a:r>
            <a:r>
              <a:rPr sz="2800" b="0" spc="130" dirty="0">
                <a:solidFill>
                  <a:srgbClr val="16536F"/>
                </a:solidFill>
                <a:latin typeface="Times New Roman"/>
                <a:cs typeface="Times New Roman"/>
              </a:rPr>
              <a:t> </a:t>
            </a:r>
            <a:r>
              <a:rPr sz="2800" b="0" spc="-120" dirty="0">
                <a:solidFill>
                  <a:srgbClr val="16536F"/>
                </a:solidFill>
                <a:latin typeface="Times New Roman"/>
                <a:cs typeface="Times New Roman"/>
              </a:rPr>
              <a:t>time-</a:t>
            </a:r>
            <a:r>
              <a:rPr sz="2800" b="0" spc="-10" dirty="0">
                <a:solidFill>
                  <a:srgbClr val="16536F"/>
                </a:solidFill>
                <a:latin typeface="Times New Roman"/>
                <a:cs typeface="Times New Roman"/>
              </a:rPr>
              <a:t>consuming,</a:t>
            </a:r>
            <a:r>
              <a:rPr sz="2800" b="0" spc="125" dirty="0">
                <a:solidFill>
                  <a:srgbClr val="16536F"/>
                </a:solidFill>
                <a:latin typeface="Times New Roman"/>
                <a:cs typeface="Times New Roman"/>
              </a:rPr>
              <a:t> </a:t>
            </a:r>
            <a:r>
              <a:rPr sz="2800" b="0" spc="-65" dirty="0">
                <a:solidFill>
                  <a:srgbClr val="16536F"/>
                </a:solidFill>
                <a:latin typeface="Times New Roman"/>
                <a:cs typeface="Times New Roman"/>
              </a:rPr>
              <a:t>inefficient,</a:t>
            </a:r>
            <a:r>
              <a:rPr sz="2800" b="0" spc="125" dirty="0">
                <a:solidFill>
                  <a:srgbClr val="16536F"/>
                </a:solidFill>
                <a:latin typeface="Times New Roman"/>
                <a:cs typeface="Times New Roman"/>
              </a:rPr>
              <a:t> </a:t>
            </a:r>
            <a:r>
              <a:rPr sz="2800" b="0" spc="50" dirty="0">
                <a:solidFill>
                  <a:srgbClr val="16536F"/>
                </a:solidFill>
                <a:latin typeface="Times New Roman"/>
                <a:cs typeface="Times New Roman"/>
              </a:rPr>
              <a:t>and</a:t>
            </a:r>
            <a:r>
              <a:rPr sz="2800" b="0" spc="125" dirty="0">
                <a:solidFill>
                  <a:srgbClr val="16536F"/>
                </a:solidFill>
                <a:latin typeface="Times New Roman"/>
                <a:cs typeface="Times New Roman"/>
              </a:rPr>
              <a:t> </a:t>
            </a:r>
            <a:r>
              <a:rPr sz="2800" b="0" spc="-30" dirty="0">
                <a:solidFill>
                  <a:srgbClr val="16536F"/>
                </a:solidFill>
                <a:latin typeface="Times New Roman"/>
                <a:cs typeface="Times New Roman"/>
              </a:rPr>
              <a:t>impractical— </a:t>
            </a:r>
            <a:r>
              <a:rPr sz="2800" b="0" spc="-130" dirty="0">
                <a:solidFill>
                  <a:srgbClr val="16536F"/>
                </a:solidFill>
                <a:latin typeface="Times New Roman"/>
                <a:cs typeface="Times New Roman"/>
              </a:rPr>
              <a:t>especially</a:t>
            </a:r>
            <a:r>
              <a:rPr sz="2800" b="0" spc="-60" dirty="0">
                <a:solidFill>
                  <a:srgbClr val="16536F"/>
                </a:solidFill>
                <a:latin typeface="Times New Roman"/>
                <a:cs typeface="Times New Roman"/>
              </a:rPr>
              <a:t> across</a:t>
            </a:r>
            <a:r>
              <a:rPr sz="2800" b="0" spc="-105" dirty="0">
                <a:solidFill>
                  <a:srgbClr val="16536F"/>
                </a:solidFill>
                <a:latin typeface="Times New Roman"/>
                <a:cs typeface="Times New Roman"/>
              </a:rPr>
              <a:t> </a:t>
            </a:r>
            <a:r>
              <a:rPr sz="2800" b="0" spc="-65" dirty="0">
                <a:solidFill>
                  <a:srgbClr val="16536F"/>
                </a:solidFill>
                <a:latin typeface="Times New Roman"/>
                <a:cs typeface="Times New Roman"/>
              </a:rPr>
              <a:t>large</a:t>
            </a:r>
            <a:r>
              <a:rPr sz="2800" b="0" spc="-80" dirty="0">
                <a:solidFill>
                  <a:srgbClr val="16536F"/>
                </a:solidFill>
                <a:latin typeface="Times New Roman"/>
                <a:cs typeface="Times New Roman"/>
              </a:rPr>
              <a:t> campuses. </a:t>
            </a:r>
            <a:r>
              <a:rPr sz="2800" b="0" spc="-85" dirty="0">
                <a:solidFill>
                  <a:srgbClr val="16536F"/>
                </a:solidFill>
                <a:latin typeface="Times New Roman"/>
                <a:cs typeface="Times New Roman"/>
              </a:rPr>
              <a:t>While</a:t>
            </a:r>
            <a:r>
              <a:rPr sz="2800" b="0" spc="-80" dirty="0">
                <a:solidFill>
                  <a:srgbClr val="16536F"/>
                </a:solidFill>
                <a:latin typeface="Times New Roman"/>
                <a:cs typeface="Times New Roman"/>
              </a:rPr>
              <a:t> </a:t>
            </a:r>
            <a:r>
              <a:rPr sz="2800" b="0" spc="-50" dirty="0">
                <a:solidFill>
                  <a:srgbClr val="16536F"/>
                </a:solidFill>
                <a:latin typeface="Times New Roman"/>
                <a:cs typeface="Times New Roman"/>
              </a:rPr>
              <a:t>some</a:t>
            </a:r>
            <a:r>
              <a:rPr sz="2800" b="0" spc="-80" dirty="0">
                <a:solidFill>
                  <a:srgbClr val="16536F"/>
                </a:solidFill>
                <a:latin typeface="Times New Roman"/>
                <a:cs typeface="Times New Roman"/>
              </a:rPr>
              <a:t> </a:t>
            </a:r>
            <a:r>
              <a:rPr sz="2800" b="0" spc="-114" dirty="0">
                <a:solidFill>
                  <a:srgbClr val="16536F"/>
                </a:solidFill>
                <a:latin typeface="Times New Roman"/>
                <a:cs typeface="Times New Roman"/>
              </a:rPr>
              <a:t>existing</a:t>
            </a:r>
            <a:r>
              <a:rPr sz="2800" b="0" spc="-70" dirty="0">
                <a:solidFill>
                  <a:srgbClr val="16536F"/>
                </a:solidFill>
                <a:latin typeface="Times New Roman"/>
                <a:cs typeface="Times New Roman"/>
              </a:rPr>
              <a:t> </a:t>
            </a:r>
            <a:r>
              <a:rPr sz="2800" b="0" spc="-105" dirty="0">
                <a:solidFill>
                  <a:srgbClr val="16536F"/>
                </a:solidFill>
                <a:latin typeface="Times New Roman"/>
                <a:cs typeface="Times New Roman"/>
              </a:rPr>
              <a:t>systems</a:t>
            </a:r>
            <a:r>
              <a:rPr sz="2800" b="0" spc="-80" dirty="0">
                <a:solidFill>
                  <a:srgbClr val="16536F"/>
                </a:solidFill>
                <a:latin typeface="Times New Roman"/>
                <a:cs typeface="Times New Roman"/>
              </a:rPr>
              <a:t> </a:t>
            </a:r>
            <a:r>
              <a:rPr sz="2800" b="0" dirty="0">
                <a:solidFill>
                  <a:srgbClr val="16536F"/>
                </a:solidFill>
                <a:latin typeface="Times New Roman"/>
                <a:cs typeface="Times New Roman"/>
              </a:rPr>
              <a:t>attempt</a:t>
            </a:r>
            <a:r>
              <a:rPr sz="2800" b="0" spc="-80" dirty="0">
                <a:solidFill>
                  <a:srgbClr val="16536F"/>
                </a:solidFill>
                <a:latin typeface="Times New Roman"/>
                <a:cs typeface="Times New Roman"/>
              </a:rPr>
              <a:t> </a:t>
            </a:r>
            <a:r>
              <a:rPr sz="2800" b="0" spc="75" dirty="0">
                <a:solidFill>
                  <a:srgbClr val="16536F"/>
                </a:solidFill>
                <a:latin typeface="Times New Roman"/>
                <a:cs typeface="Times New Roman"/>
              </a:rPr>
              <a:t>to</a:t>
            </a:r>
            <a:r>
              <a:rPr sz="2800" b="0" spc="-80" dirty="0">
                <a:solidFill>
                  <a:srgbClr val="16536F"/>
                </a:solidFill>
                <a:latin typeface="Times New Roman"/>
                <a:cs typeface="Times New Roman"/>
              </a:rPr>
              <a:t> </a:t>
            </a:r>
            <a:r>
              <a:rPr sz="2800" b="0" dirty="0">
                <a:solidFill>
                  <a:srgbClr val="16536F"/>
                </a:solidFill>
                <a:latin typeface="Times New Roman"/>
                <a:cs typeface="Times New Roman"/>
              </a:rPr>
              <a:t>track</a:t>
            </a:r>
            <a:r>
              <a:rPr sz="2800" b="0" spc="-75" dirty="0">
                <a:solidFill>
                  <a:srgbClr val="16536F"/>
                </a:solidFill>
                <a:latin typeface="Times New Roman"/>
                <a:cs typeface="Times New Roman"/>
              </a:rPr>
              <a:t> faculty</a:t>
            </a:r>
            <a:r>
              <a:rPr sz="2800" b="0" spc="-80" dirty="0">
                <a:solidFill>
                  <a:srgbClr val="16536F"/>
                </a:solidFill>
                <a:latin typeface="Times New Roman"/>
                <a:cs typeface="Times New Roman"/>
              </a:rPr>
              <a:t> </a:t>
            </a:r>
            <a:r>
              <a:rPr sz="2800" b="0" spc="-25" dirty="0">
                <a:solidFill>
                  <a:srgbClr val="16536F"/>
                </a:solidFill>
                <a:latin typeface="Times New Roman"/>
                <a:cs typeface="Times New Roman"/>
              </a:rPr>
              <a:t>entry</a:t>
            </a:r>
            <a:r>
              <a:rPr sz="2800" b="0" spc="-80" dirty="0">
                <a:solidFill>
                  <a:srgbClr val="16536F"/>
                </a:solidFill>
                <a:latin typeface="Times New Roman"/>
                <a:cs typeface="Times New Roman"/>
              </a:rPr>
              <a:t> </a:t>
            </a:r>
            <a:r>
              <a:rPr sz="2800" b="0" spc="50" dirty="0">
                <a:solidFill>
                  <a:srgbClr val="16536F"/>
                </a:solidFill>
                <a:latin typeface="Times New Roman"/>
                <a:cs typeface="Times New Roman"/>
              </a:rPr>
              <a:t>and</a:t>
            </a:r>
            <a:r>
              <a:rPr sz="2800" b="0" spc="-80" dirty="0">
                <a:solidFill>
                  <a:srgbClr val="16536F"/>
                </a:solidFill>
                <a:latin typeface="Times New Roman"/>
                <a:cs typeface="Times New Roman"/>
              </a:rPr>
              <a:t> </a:t>
            </a:r>
            <a:r>
              <a:rPr sz="2800" b="0" spc="-20" dirty="0">
                <a:solidFill>
                  <a:srgbClr val="16536F"/>
                </a:solidFill>
                <a:latin typeface="Times New Roman"/>
                <a:cs typeface="Times New Roman"/>
              </a:rPr>
              <a:t>exit, </a:t>
            </a:r>
            <a:r>
              <a:rPr sz="2800" b="0" spc="-75" dirty="0">
                <a:solidFill>
                  <a:srgbClr val="16536F"/>
                </a:solidFill>
                <a:latin typeface="Times New Roman"/>
                <a:cs typeface="Times New Roman"/>
              </a:rPr>
              <a:t>they</a:t>
            </a:r>
            <a:r>
              <a:rPr sz="2800" b="0" spc="-114" dirty="0">
                <a:solidFill>
                  <a:srgbClr val="16536F"/>
                </a:solidFill>
                <a:latin typeface="Times New Roman"/>
                <a:cs typeface="Times New Roman"/>
              </a:rPr>
              <a:t> </a:t>
            </a:r>
            <a:r>
              <a:rPr sz="2800" b="0" spc="-65" dirty="0">
                <a:solidFill>
                  <a:srgbClr val="16536F"/>
                </a:solidFill>
                <a:latin typeface="Times New Roman"/>
                <a:cs typeface="Times New Roman"/>
              </a:rPr>
              <a:t>often</a:t>
            </a:r>
            <a:r>
              <a:rPr sz="2800" b="0" spc="-114" dirty="0">
                <a:solidFill>
                  <a:srgbClr val="16536F"/>
                </a:solidFill>
                <a:latin typeface="Times New Roman"/>
                <a:cs typeface="Times New Roman"/>
              </a:rPr>
              <a:t> </a:t>
            </a:r>
            <a:r>
              <a:rPr sz="2800" b="0" spc="-105" dirty="0">
                <a:solidFill>
                  <a:srgbClr val="16536F"/>
                </a:solidFill>
                <a:latin typeface="Times New Roman"/>
                <a:cs typeface="Times New Roman"/>
              </a:rPr>
              <a:t>raise</a:t>
            </a:r>
            <a:r>
              <a:rPr sz="2800" b="0" spc="-80" dirty="0">
                <a:solidFill>
                  <a:srgbClr val="16536F"/>
                </a:solidFill>
                <a:latin typeface="Times New Roman"/>
                <a:cs typeface="Times New Roman"/>
              </a:rPr>
              <a:t> </a:t>
            </a:r>
            <a:r>
              <a:rPr sz="2800" b="0" spc="-95" dirty="0">
                <a:solidFill>
                  <a:srgbClr val="16536F"/>
                </a:solidFill>
                <a:latin typeface="Times New Roman"/>
                <a:cs typeface="Times New Roman"/>
              </a:rPr>
              <a:t>concerns</a:t>
            </a:r>
            <a:r>
              <a:rPr sz="2800" b="0" spc="-90" dirty="0">
                <a:solidFill>
                  <a:srgbClr val="16536F"/>
                </a:solidFill>
                <a:latin typeface="Times New Roman"/>
                <a:cs typeface="Times New Roman"/>
              </a:rPr>
              <a:t> </a:t>
            </a:r>
            <a:r>
              <a:rPr sz="2800" b="0" dirty="0">
                <a:solidFill>
                  <a:srgbClr val="16536F"/>
                </a:solidFill>
                <a:latin typeface="Times New Roman"/>
                <a:cs typeface="Times New Roman"/>
              </a:rPr>
              <a:t>about</a:t>
            </a:r>
            <a:r>
              <a:rPr sz="2800" b="0" spc="-95" dirty="0">
                <a:solidFill>
                  <a:srgbClr val="16536F"/>
                </a:solidFill>
                <a:latin typeface="Times New Roman"/>
                <a:cs typeface="Times New Roman"/>
              </a:rPr>
              <a:t> privacy</a:t>
            </a:r>
            <a:r>
              <a:rPr sz="2800" b="0" spc="-90" dirty="0">
                <a:solidFill>
                  <a:srgbClr val="16536F"/>
                </a:solidFill>
                <a:latin typeface="Times New Roman"/>
                <a:cs typeface="Times New Roman"/>
              </a:rPr>
              <a:t> </a:t>
            </a:r>
            <a:r>
              <a:rPr sz="2800" b="0" spc="30" dirty="0">
                <a:solidFill>
                  <a:srgbClr val="16536F"/>
                </a:solidFill>
                <a:latin typeface="Times New Roman"/>
                <a:cs typeface="Times New Roman"/>
              </a:rPr>
              <a:t>and</a:t>
            </a:r>
            <a:r>
              <a:rPr sz="2800" b="0" spc="-90" dirty="0">
                <a:solidFill>
                  <a:srgbClr val="16536F"/>
                </a:solidFill>
                <a:latin typeface="Times New Roman"/>
                <a:cs typeface="Times New Roman"/>
              </a:rPr>
              <a:t> </a:t>
            </a:r>
            <a:r>
              <a:rPr sz="2800" b="0" spc="-50" dirty="0">
                <a:solidFill>
                  <a:srgbClr val="16536F"/>
                </a:solidFill>
                <a:latin typeface="Times New Roman"/>
                <a:cs typeface="Times New Roman"/>
              </a:rPr>
              <a:t>continuous</a:t>
            </a:r>
            <a:r>
              <a:rPr sz="2800" b="0" spc="-90" dirty="0">
                <a:solidFill>
                  <a:srgbClr val="16536F"/>
                </a:solidFill>
                <a:latin typeface="Times New Roman"/>
                <a:cs typeface="Times New Roman"/>
              </a:rPr>
              <a:t> </a:t>
            </a:r>
            <a:r>
              <a:rPr sz="2800" b="0" spc="-125" dirty="0">
                <a:solidFill>
                  <a:srgbClr val="16536F"/>
                </a:solidFill>
                <a:latin typeface="Times New Roman"/>
                <a:cs typeface="Times New Roman"/>
              </a:rPr>
              <a:t>surveillance.</a:t>
            </a:r>
            <a:r>
              <a:rPr sz="2800" b="0" spc="-65" dirty="0">
                <a:solidFill>
                  <a:srgbClr val="16536F"/>
                </a:solidFill>
                <a:latin typeface="Times New Roman"/>
                <a:cs typeface="Times New Roman"/>
              </a:rPr>
              <a:t> </a:t>
            </a:r>
            <a:r>
              <a:rPr sz="2800" b="0" spc="-50" dirty="0">
                <a:solidFill>
                  <a:srgbClr val="16536F"/>
                </a:solidFill>
                <a:latin typeface="Times New Roman"/>
                <a:cs typeface="Times New Roman"/>
              </a:rPr>
              <a:t>Moreover,</a:t>
            </a:r>
            <a:r>
              <a:rPr sz="2800" b="0" spc="-90" dirty="0">
                <a:solidFill>
                  <a:srgbClr val="16536F"/>
                </a:solidFill>
                <a:latin typeface="Times New Roman"/>
                <a:cs typeface="Times New Roman"/>
              </a:rPr>
              <a:t> </a:t>
            </a:r>
            <a:r>
              <a:rPr sz="2800" b="0" spc="-40" dirty="0">
                <a:solidFill>
                  <a:srgbClr val="16536F"/>
                </a:solidFill>
                <a:latin typeface="Times New Roman"/>
                <a:cs typeface="Times New Roman"/>
              </a:rPr>
              <a:t>the</a:t>
            </a:r>
            <a:r>
              <a:rPr sz="2800" b="0" spc="-90" dirty="0">
                <a:solidFill>
                  <a:srgbClr val="16536F"/>
                </a:solidFill>
                <a:latin typeface="Times New Roman"/>
                <a:cs typeface="Times New Roman"/>
              </a:rPr>
              <a:t> </a:t>
            </a:r>
            <a:r>
              <a:rPr sz="2800" b="0" spc="-105" dirty="0">
                <a:solidFill>
                  <a:srgbClr val="16536F"/>
                </a:solidFill>
                <a:latin typeface="Times New Roman"/>
                <a:cs typeface="Times New Roman"/>
              </a:rPr>
              <a:t>absence</a:t>
            </a:r>
            <a:r>
              <a:rPr sz="2800" b="0" spc="-80" dirty="0">
                <a:solidFill>
                  <a:srgbClr val="16536F"/>
                </a:solidFill>
                <a:latin typeface="Times New Roman"/>
                <a:cs typeface="Times New Roman"/>
              </a:rPr>
              <a:t> </a:t>
            </a:r>
            <a:r>
              <a:rPr sz="2800" b="0" spc="-50" dirty="0">
                <a:solidFill>
                  <a:srgbClr val="16536F"/>
                </a:solidFill>
                <a:latin typeface="Times New Roman"/>
                <a:cs typeface="Times New Roman"/>
              </a:rPr>
              <a:t>of</a:t>
            </a:r>
            <a:r>
              <a:rPr sz="2800" b="0" spc="-95" dirty="0">
                <a:solidFill>
                  <a:srgbClr val="16536F"/>
                </a:solidFill>
                <a:latin typeface="Times New Roman"/>
                <a:cs typeface="Times New Roman"/>
              </a:rPr>
              <a:t> </a:t>
            </a:r>
            <a:r>
              <a:rPr sz="2800" b="0" spc="55" dirty="0">
                <a:solidFill>
                  <a:srgbClr val="16536F"/>
                </a:solidFill>
                <a:latin typeface="Times New Roman"/>
                <a:cs typeface="Times New Roman"/>
              </a:rPr>
              <a:t>an</a:t>
            </a:r>
            <a:r>
              <a:rPr sz="2800" b="0" spc="-90" dirty="0">
                <a:solidFill>
                  <a:srgbClr val="16536F"/>
                </a:solidFill>
                <a:latin typeface="Times New Roman"/>
                <a:cs typeface="Times New Roman"/>
              </a:rPr>
              <a:t> </a:t>
            </a:r>
            <a:r>
              <a:rPr sz="2800" b="0" spc="-20" dirty="0">
                <a:solidFill>
                  <a:srgbClr val="16536F"/>
                </a:solidFill>
                <a:latin typeface="Times New Roman"/>
                <a:cs typeface="Times New Roman"/>
              </a:rPr>
              <a:t>alert </a:t>
            </a:r>
            <a:r>
              <a:rPr sz="2800" b="0" spc="70" dirty="0">
                <a:solidFill>
                  <a:srgbClr val="16536F"/>
                </a:solidFill>
                <a:latin typeface="Times New Roman"/>
                <a:cs typeface="Times New Roman"/>
              </a:rPr>
              <a:t>or</a:t>
            </a:r>
            <a:r>
              <a:rPr sz="2800" b="0" spc="95" dirty="0">
                <a:solidFill>
                  <a:srgbClr val="16536F"/>
                </a:solidFill>
                <a:latin typeface="Times New Roman"/>
                <a:cs typeface="Times New Roman"/>
              </a:rPr>
              <a:t> </a:t>
            </a:r>
            <a:r>
              <a:rPr sz="2800" b="0" dirty="0">
                <a:solidFill>
                  <a:srgbClr val="16536F"/>
                </a:solidFill>
                <a:latin typeface="Times New Roman"/>
                <a:cs typeface="Times New Roman"/>
              </a:rPr>
              <a:t>reminder</a:t>
            </a:r>
            <a:r>
              <a:rPr sz="2800" b="0" spc="95" dirty="0">
                <a:solidFill>
                  <a:srgbClr val="16536F"/>
                </a:solidFill>
                <a:latin typeface="Times New Roman"/>
                <a:cs typeface="Times New Roman"/>
              </a:rPr>
              <a:t> </a:t>
            </a:r>
            <a:r>
              <a:rPr sz="2800" b="0" spc="-20" dirty="0">
                <a:solidFill>
                  <a:srgbClr val="16536F"/>
                </a:solidFill>
                <a:latin typeface="Times New Roman"/>
                <a:cs typeface="Times New Roman"/>
              </a:rPr>
              <a:t>mechanism</a:t>
            </a:r>
            <a:r>
              <a:rPr sz="2800" b="0" spc="100" dirty="0">
                <a:solidFill>
                  <a:srgbClr val="16536F"/>
                </a:solidFill>
                <a:latin typeface="Times New Roman"/>
                <a:cs typeface="Times New Roman"/>
              </a:rPr>
              <a:t> </a:t>
            </a:r>
            <a:r>
              <a:rPr sz="2800" b="0" dirty="0">
                <a:solidFill>
                  <a:srgbClr val="16536F"/>
                </a:solidFill>
                <a:latin typeface="Times New Roman"/>
                <a:cs typeface="Times New Roman"/>
              </a:rPr>
              <a:t>means</a:t>
            </a:r>
            <a:r>
              <a:rPr sz="2800" b="0" spc="95" dirty="0">
                <a:solidFill>
                  <a:srgbClr val="16536F"/>
                </a:solidFill>
                <a:latin typeface="Times New Roman"/>
                <a:cs typeface="Times New Roman"/>
              </a:rPr>
              <a:t> </a:t>
            </a:r>
            <a:r>
              <a:rPr sz="2800" b="0" dirty="0">
                <a:solidFill>
                  <a:srgbClr val="16536F"/>
                </a:solidFill>
                <a:latin typeface="Times New Roman"/>
                <a:cs typeface="Times New Roman"/>
              </a:rPr>
              <a:t>faculty</a:t>
            </a:r>
            <a:r>
              <a:rPr sz="2800" b="0" spc="95" dirty="0">
                <a:solidFill>
                  <a:srgbClr val="16536F"/>
                </a:solidFill>
                <a:latin typeface="Times New Roman"/>
                <a:cs typeface="Times New Roman"/>
              </a:rPr>
              <a:t> </a:t>
            </a:r>
            <a:r>
              <a:rPr sz="2800" b="0" dirty="0">
                <a:solidFill>
                  <a:srgbClr val="16536F"/>
                </a:solidFill>
                <a:latin typeface="Times New Roman"/>
                <a:cs typeface="Times New Roman"/>
              </a:rPr>
              <a:t>may</a:t>
            </a:r>
            <a:r>
              <a:rPr sz="2800" b="0" spc="100" dirty="0">
                <a:solidFill>
                  <a:srgbClr val="16536F"/>
                </a:solidFill>
                <a:latin typeface="Times New Roman"/>
                <a:cs typeface="Times New Roman"/>
              </a:rPr>
              <a:t> </a:t>
            </a:r>
            <a:r>
              <a:rPr sz="2800" b="0" dirty="0">
                <a:solidFill>
                  <a:srgbClr val="16536F"/>
                </a:solidFill>
                <a:latin typeface="Times New Roman"/>
                <a:cs typeface="Times New Roman"/>
              </a:rPr>
              <a:t>miss</a:t>
            </a:r>
            <a:r>
              <a:rPr sz="2800" b="0" spc="95" dirty="0">
                <a:solidFill>
                  <a:srgbClr val="16536F"/>
                </a:solidFill>
                <a:latin typeface="Times New Roman"/>
                <a:cs typeface="Times New Roman"/>
              </a:rPr>
              <a:t> </a:t>
            </a:r>
            <a:r>
              <a:rPr sz="2800" b="0" spc="70" dirty="0">
                <a:solidFill>
                  <a:srgbClr val="16536F"/>
                </a:solidFill>
                <a:latin typeface="Times New Roman"/>
                <a:cs typeface="Times New Roman"/>
              </a:rPr>
              <a:t>or</a:t>
            </a:r>
            <a:r>
              <a:rPr sz="2800" b="0" spc="100" dirty="0">
                <a:solidFill>
                  <a:srgbClr val="16536F"/>
                </a:solidFill>
                <a:latin typeface="Times New Roman"/>
                <a:cs typeface="Times New Roman"/>
              </a:rPr>
              <a:t> </a:t>
            </a:r>
            <a:r>
              <a:rPr sz="2800" b="0" dirty="0">
                <a:solidFill>
                  <a:srgbClr val="16536F"/>
                </a:solidFill>
                <a:latin typeface="Times New Roman"/>
                <a:cs typeface="Times New Roman"/>
              </a:rPr>
              <a:t>arrive</a:t>
            </a:r>
            <a:r>
              <a:rPr sz="2800" b="0" spc="95" dirty="0">
                <a:solidFill>
                  <a:srgbClr val="16536F"/>
                </a:solidFill>
                <a:latin typeface="Times New Roman"/>
                <a:cs typeface="Times New Roman"/>
              </a:rPr>
              <a:t> </a:t>
            </a:r>
            <a:r>
              <a:rPr sz="2800" b="0" dirty="0">
                <a:solidFill>
                  <a:srgbClr val="16536F"/>
                </a:solidFill>
                <a:latin typeface="Times New Roman"/>
                <a:cs typeface="Times New Roman"/>
              </a:rPr>
              <a:t>late</a:t>
            </a:r>
            <a:r>
              <a:rPr sz="2800" b="0" spc="95" dirty="0">
                <a:solidFill>
                  <a:srgbClr val="16536F"/>
                </a:solidFill>
                <a:latin typeface="Times New Roman"/>
                <a:cs typeface="Times New Roman"/>
              </a:rPr>
              <a:t> </a:t>
            </a:r>
            <a:r>
              <a:rPr sz="2800" b="0" spc="75" dirty="0">
                <a:solidFill>
                  <a:srgbClr val="16536F"/>
                </a:solidFill>
                <a:latin typeface="Times New Roman"/>
                <a:cs typeface="Times New Roman"/>
              </a:rPr>
              <a:t>to</a:t>
            </a:r>
            <a:r>
              <a:rPr sz="2800" b="0" spc="100" dirty="0">
                <a:solidFill>
                  <a:srgbClr val="16536F"/>
                </a:solidFill>
                <a:latin typeface="Times New Roman"/>
                <a:cs typeface="Times New Roman"/>
              </a:rPr>
              <a:t> </a:t>
            </a:r>
            <a:r>
              <a:rPr sz="2800" b="0" dirty="0">
                <a:solidFill>
                  <a:srgbClr val="16536F"/>
                </a:solidFill>
                <a:latin typeface="Times New Roman"/>
                <a:cs typeface="Times New Roman"/>
              </a:rPr>
              <a:t>their</a:t>
            </a:r>
            <a:r>
              <a:rPr sz="2800" b="0" spc="95" dirty="0">
                <a:solidFill>
                  <a:srgbClr val="16536F"/>
                </a:solidFill>
                <a:latin typeface="Times New Roman"/>
                <a:cs typeface="Times New Roman"/>
              </a:rPr>
              <a:t> </a:t>
            </a:r>
            <a:r>
              <a:rPr sz="2800" b="0" spc="-30" dirty="0">
                <a:solidFill>
                  <a:srgbClr val="16536F"/>
                </a:solidFill>
                <a:latin typeface="Times New Roman"/>
                <a:cs typeface="Times New Roman"/>
              </a:rPr>
              <a:t>scheduled</a:t>
            </a:r>
            <a:r>
              <a:rPr sz="2800" b="0" spc="100" dirty="0">
                <a:solidFill>
                  <a:srgbClr val="16536F"/>
                </a:solidFill>
                <a:latin typeface="Times New Roman"/>
                <a:cs typeface="Times New Roman"/>
              </a:rPr>
              <a:t> </a:t>
            </a:r>
            <a:r>
              <a:rPr sz="2800" b="0" spc="-70" dirty="0">
                <a:solidFill>
                  <a:srgbClr val="16536F"/>
                </a:solidFill>
                <a:latin typeface="Times New Roman"/>
                <a:cs typeface="Times New Roman"/>
              </a:rPr>
              <a:t>classes,</a:t>
            </a:r>
            <a:r>
              <a:rPr sz="2800" b="0" spc="95" dirty="0">
                <a:solidFill>
                  <a:srgbClr val="16536F"/>
                </a:solidFill>
                <a:latin typeface="Times New Roman"/>
                <a:cs typeface="Times New Roman"/>
              </a:rPr>
              <a:t> </a:t>
            </a:r>
            <a:r>
              <a:rPr sz="2800" b="0" spc="-10" dirty="0">
                <a:solidFill>
                  <a:srgbClr val="16536F"/>
                </a:solidFill>
                <a:latin typeface="Times New Roman"/>
                <a:cs typeface="Times New Roman"/>
              </a:rPr>
              <a:t>further </a:t>
            </a:r>
            <a:r>
              <a:rPr sz="2800" b="0" spc="-105" dirty="0">
                <a:solidFill>
                  <a:srgbClr val="16536F"/>
                </a:solidFill>
                <a:latin typeface="Times New Roman"/>
                <a:cs typeface="Times New Roman"/>
              </a:rPr>
              <a:t>affecting</a:t>
            </a:r>
            <a:r>
              <a:rPr sz="2800" b="0" spc="-265" dirty="0">
                <a:solidFill>
                  <a:srgbClr val="16536F"/>
                </a:solidFill>
                <a:latin typeface="Times New Roman"/>
                <a:cs typeface="Times New Roman"/>
              </a:rPr>
              <a:t> </a:t>
            </a:r>
            <a:r>
              <a:rPr sz="2800" b="0" spc="-10" dirty="0">
                <a:solidFill>
                  <a:srgbClr val="16536F"/>
                </a:solidFill>
                <a:latin typeface="Times New Roman"/>
                <a:cs typeface="Times New Roman"/>
              </a:rPr>
              <a:t>the</a:t>
            </a:r>
            <a:r>
              <a:rPr sz="2800" b="0" spc="-270" dirty="0">
                <a:solidFill>
                  <a:srgbClr val="16536F"/>
                </a:solidFill>
                <a:latin typeface="Times New Roman"/>
                <a:cs typeface="Times New Roman"/>
              </a:rPr>
              <a:t> </a:t>
            </a:r>
            <a:r>
              <a:rPr sz="2800" b="0" spc="-60" dirty="0">
                <a:solidFill>
                  <a:srgbClr val="16536F"/>
                </a:solidFill>
                <a:latin typeface="Times New Roman"/>
                <a:cs typeface="Times New Roman"/>
              </a:rPr>
              <a:t>quality</a:t>
            </a:r>
            <a:r>
              <a:rPr sz="2800" b="0" spc="-265" dirty="0">
                <a:solidFill>
                  <a:srgbClr val="16536F"/>
                </a:solidFill>
                <a:latin typeface="Times New Roman"/>
                <a:cs typeface="Times New Roman"/>
              </a:rPr>
              <a:t> </a:t>
            </a:r>
            <a:r>
              <a:rPr sz="2800" b="0" spc="50" dirty="0">
                <a:solidFill>
                  <a:srgbClr val="16536F"/>
                </a:solidFill>
                <a:latin typeface="Times New Roman"/>
                <a:cs typeface="Times New Roman"/>
              </a:rPr>
              <a:t>and</a:t>
            </a:r>
            <a:r>
              <a:rPr sz="2800" b="0" spc="-265" dirty="0">
                <a:solidFill>
                  <a:srgbClr val="16536F"/>
                </a:solidFill>
                <a:latin typeface="Times New Roman"/>
                <a:cs typeface="Times New Roman"/>
              </a:rPr>
              <a:t> </a:t>
            </a:r>
            <a:r>
              <a:rPr sz="2800" b="0" spc="-105" dirty="0">
                <a:solidFill>
                  <a:srgbClr val="16536F"/>
                </a:solidFill>
                <a:latin typeface="Times New Roman"/>
                <a:cs typeface="Times New Roman"/>
              </a:rPr>
              <a:t>consistency</a:t>
            </a:r>
            <a:r>
              <a:rPr sz="2800" b="0" spc="-265" dirty="0">
                <a:solidFill>
                  <a:srgbClr val="16536F"/>
                </a:solidFill>
                <a:latin typeface="Times New Roman"/>
                <a:cs typeface="Times New Roman"/>
              </a:rPr>
              <a:t> </a:t>
            </a:r>
            <a:r>
              <a:rPr sz="2800" b="0" spc="-10" dirty="0">
                <a:solidFill>
                  <a:srgbClr val="16536F"/>
                </a:solidFill>
                <a:latin typeface="Times New Roman"/>
                <a:cs typeface="Times New Roman"/>
              </a:rPr>
              <a:t>of</a:t>
            </a:r>
            <a:r>
              <a:rPr sz="2800" b="0" spc="-265" dirty="0">
                <a:solidFill>
                  <a:srgbClr val="16536F"/>
                </a:solidFill>
                <a:latin typeface="Times New Roman"/>
                <a:cs typeface="Times New Roman"/>
              </a:rPr>
              <a:t> </a:t>
            </a:r>
            <a:r>
              <a:rPr sz="2800" b="0" spc="-50" dirty="0">
                <a:solidFill>
                  <a:srgbClr val="16536F"/>
                </a:solidFill>
                <a:latin typeface="Times New Roman"/>
                <a:cs typeface="Times New Roman"/>
              </a:rPr>
              <a:t>education</a:t>
            </a:r>
            <a:r>
              <a:rPr sz="2800" b="0" spc="-265" dirty="0">
                <a:solidFill>
                  <a:srgbClr val="16536F"/>
                </a:solidFill>
                <a:latin typeface="Times New Roman"/>
                <a:cs typeface="Times New Roman"/>
              </a:rPr>
              <a:t> </a:t>
            </a:r>
            <a:r>
              <a:rPr sz="2800" b="0" spc="-10" dirty="0">
                <a:solidFill>
                  <a:srgbClr val="16536F"/>
                </a:solidFill>
                <a:latin typeface="Times New Roman"/>
                <a:cs typeface="Times New Roman"/>
              </a:rPr>
              <a:t>delivery.</a:t>
            </a:r>
            <a:endParaRPr sz="2800" dirty="0">
              <a:latin typeface="Times New Roman"/>
              <a:cs typeface="Times New Roman"/>
            </a:endParaRPr>
          </a:p>
        </p:txBody>
      </p:sp>
      <p:sp>
        <p:nvSpPr>
          <p:cNvPr id="8" name="object 8"/>
          <p:cNvSpPr txBox="1"/>
          <p:nvPr/>
        </p:nvSpPr>
        <p:spPr>
          <a:xfrm>
            <a:off x="762000" y="5219700"/>
            <a:ext cx="13109162" cy="3974165"/>
          </a:xfrm>
          <a:prstGeom prst="rect">
            <a:avLst/>
          </a:prstGeom>
        </p:spPr>
        <p:txBody>
          <a:bodyPr vert="horz" wrap="square" lIns="0" tIns="181610" rIns="0" bIns="0" rtlCol="0">
            <a:spAutoFit/>
          </a:bodyPr>
          <a:lstStyle/>
          <a:p>
            <a:pPr marL="12700">
              <a:lnSpc>
                <a:spcPct val="100000"/>
              </a:lnSpc>
              <a:spcBef>
                <a:spcPts val="1430"/>
              </a:spcBef>
            </a:pPr>
            <a:r>
              <a:rPr sz="4800" b="1" spc="75" dirty="0">
                <a:solidFill>
                  <a:srgbClr val="136B94"/>
                </a:solidFill>
                <a:latin typeface="Times New Roman"/>
                <a:cs typeface="Times New Roman"/>
              </a:rPr>
              <a:t>D</a:t>
            </a:r>
            <a:r>
              <a:rPr sz="4800" b="1" spc="70" dirty="0">
                <a:solidFill>
                  <a:srgbClr val="136B94"/>
                </a:solidFill>
                <a:latin typeface="Times New Roman"/>
                <a:cs typeface="Times New Roman"/>
              </a:rPr>
              <a:t>I</a:t>
            </a:r>
            <a:r>
              <a:rPr sz="4800" b="1" spc="75" dirty="0">
                <a:solidFill>
                  <a:srgbClr val="136B94"/>
                </a:solidFill>
                <a:latin typeface="Times New Roman"/>
                <a:cs typeface="Times New Roman"/>
              </a:rPr>
              <a:t>S</a:t>
            </a:r>
            <a:r>
              <a:rPr sz="4800" b="1" spc="70" dirty="0">
                <a:solidFill>
                  <a:srgbClr val="136B94"/>
                </a:solidFill>
                <a:latin typeface="Times New Roman"/>
                <a:cs typeface="Times New Roman"/>
              </a:rPr>
              <a:t>A</a:t>
            </a:r>
            <a:r>
              <a:rPr sz="4800" b="1" spc="-195" dirty="0">
                <a:solidFill>
                  <a:srgbClr val="136B94"/>
                </a:solidFill>
                <a:latin typeface="Times New Roman"/>
                <a:cs typeface="Times New Roman"/>
              </a:rPr>
              <a:t>D</a:t>
            </a:r>
            <a:r>
              <a:rPr sz="4800" b="1" spc="-650" dirty="0">
                <a:solidFill>
                  <a:srgbClr val="136B94"/>
                </a:solidFill>
                <a:latin typeface="Times New Roman"/>
                <a:cs typeface="Times New Roman"/>
              </a:rPr>
              <a:t>V</a:t>
            </a:r>
            <a:r>
              <a:rPr sz="4800" b="1" spc="70" dirty="0">
                <a:solidFill>
                  <a:srgbClr val="136B94"/>
                </a:solidFill>
                <a:latin typeface="Times New Roman"/>
                <a:cs typeface="Times New Roman"/>
              </a:rPr>
              <a:t>A</a:t>
            </a:r>
            <a:r>
              <a:rPr sz="4800" b="1" spc="75" dirty="0">
                <a:solidFill>
                  <a:srgbClr val="136B94"/>
                </a:solidFill>
                <a:latin typeface="Times New Roman"/>
                <a:cs typeface="Times New Roman"/>
              </a:rPr>
              <a:t>N</a:t>
            </a:r>
            <a:r>
              <a:rPr sz="4800" b="1" spc="-180" dirty="0">
                <a:solidFill>
                  <a:srgbClr val="136B94"/>
                </a:solidFill>
                <a:latin typeface="Times New Roman"/>
                <a:cs typeface="Times New Roman"/>
              </a:rPr>
              <a:t>TA</a:t>
            </a:r>
            <a:r>
              <a:rPr sz="4800" b="1" spc="70" dirty="0">
                <a:solidFill>
                  <a:srgbClr val="136B94"/>
                </a:solidFill>
                <a:latin typeface="Times New Roman"/>
                <a:cs typeface="Times New Roman"/>
              </a:rPr>
              <a:t>GE</a:t>
            </a:r>
            <a:r>
              <a:rPr sz="4800" b="1" spc="80" dirty="0">
                <a:solidFill>
                  <a:srgbClr val="136B94"/>
                </a:solidFill>
                <a:latin typeface="Times New Roman"/>
                <a:cs typeface="Times New Roman"/>
              </a:rPr>
              <a:t>S</a:t>
            </a:r>
            <a:r>
              <a:rPr sz="4800" b="1" spc="-10" dirty="0">
                <a:solidFill>
                  <a:srgbClr val="136B94"/>
                </a:solidFill>
                <a:latin typeface="Times New Roman"/>
                <a:cs typeface="Times New Roman"/>
              </a:rPr>
              <a:t> </a:t>
            </a:r>
            <a:r>
              <a:rPr sz="4800" b="1" spc="75" dirty="0">
                <a:solidFill>
                  <a:srgbClr val="136B94"/>
                </a:solidFill>
                <a:latin typeface="Times New Roman"/>
                <a:cs typeface="Times New Roman"/>
              </a:rPr>
              <a:t>OF</a:t>
            </a:r>
            <a:r>
              <a:rPr sz="4800" b="1" spc="-10" dirty="0">
                <a:solidFill>
                  <a:srgbClr val="136B94"/>
                </a:solidFill>
                <a:latin typeface="Times New Roman"/>
                <a:cs typeface="Times New Roman"/>
              </a:rPr>
              <a:t> </a:t>
            </a:r>
            <a:r>
              <a:rPr sz="4800" b="1" dirty="0">
                <a:solidFill>
                  <a:srgbClr val="136B94"/>
                </a:solidFill>
                <a:latin typeface="Times New Roman"/>
                <a:cs typeface="Times New Roman"/>
              </a:rPr>
              <a:t>EXISTING</a:t>
            </a:r>
            <a:r>
              <a:rPr sz="4800" b="1" spc="-10" dirty="0">
                <a:solidFill>
                  <a:srgbClr val="136B94"/>
                </a:solidFill>
                <a:latin typeface="Times New Roman"/>
                <a:cs typeface="Times New Roman"/>
              </a:rPr>
              <a:t> </a:t>
            </a:r>
            <a:r>
              <a:rPr sz="4800" b="1" spc="70" dirty="0">
                <a:solidFill>
                  <a:srgbClr val="136B94"/>
                </a:solidFill>
                <a:latin typeface="Times New Roman"/>
                <a:cs typeface="Times New Roman"/>
              </a:rPr>
              <a:t>SYSTEM</a:t>
            </a:r>
            <a:endParaRPr lang="en-IN" sz="4800" b="1" spc="70" dirty="0">
              <a:solidFill>
                <a:srgbClr val="136B94"/>
              </a:solidFill>
              <a:latin typeface="Times New Roman"/>
              <a:cs typeface="Times New Roman"/>
            </a:endParaRPr>
          </a:p>
          <a:p>
            <a:pPr marL="469900" indent="-457200">
              <a:lnSpc>
                <a:spcPct val="100000"/>
              </a:lnSpc>
              <a:spcBef>
                <a:spcPts val="1430"/>
              </a:spcBef>
              <a:buFont typeface="Arial" panose="020B0604020202020204" pitchFamily="34" charset="0"/>
              <a:buChar char="•"/>
            </a:pPr>
            <a:r>
              <a:rPr lang="en-US" sz="2800" dirty="0">
                <a:solidFill>
                  <a:schemeClr val="tx2"/>
                </a:solidFill>
                <a:latin typeface="Times New Roman"/>
                <a:cs typeface="Times New Roman"/>
              </a:rPr>
              <a:t>Manual Monitoring is Time-Consuming</a:t>
            </a:r>
          </a:p>
          <a:p>
            <a:pPr marL="469900" indent="-457200">
              <a:lnSpc>
                <a:spcPct val="100000"/>
              </a:lnSpc>
              <a:spcBef>
                <a:spcPts val="1430"/>
              </a:spcBef>
              <a:buFont typeface="Arial" panose="020B0604020202020204" pitchFamily="34" charset="0"/>
              <a:buChar char="•"/>
            </a:pPr>
            <a:r>
              <a:rPr lang="en-US" sz="2800" dirty="0">
                <a:solidFill>
                  <a:schemeClr val="tx2"/>
                </a:solidFill>
                <a:latin typeface="Times New Roman"/>
                <a:cs typeface="Times New Roman"/>
              </a:rPr>
              <a:t>No Real-Time Supervision</a:t>
            </a:r>
          </a:p>
          <a:p>
            <a:pPr marL="469900" indent="-457200">
              <a:lnSpc>
                <a:spcPct val="100000"/>
              </a:lnSpc>
              <a:spcBef>
                <a:spcPts val="1430"/>
              </a:spcBef>
              <a:buFont typeface="Arial" panose="020B0604020202020204" pitchFamily="34" charset="0"/>
              <a:buChar char="•"/>
            </a:pPr>
            <a:r>
              <a:rPr lang="en-US" sz="2800" dirty="0">
                <a:solidFill>
                  <a:schemeClr val="tx2"/>
                </a:solidFill>
                <a:latin typeface="Times New Roman"/>
                <a:cs typeface="Times New Roman"/>
              </a:rPr>
              <a:t>No Visual Dashboard</a:t>
            </a:r>
          </a:p>
          <a:p>
            <a:pPr marL="469900" indent="-457200">
              <a:lnSpc>
                <a:spcPct val="100000"/>
              </a:lnSpc>
              <a:spcBef>
                <a:spcPts val="1430"/>
              </a:spcBef>
              <a:buFont typeface="Arial" panose="020B0604020202020204" pitchFamily="34" charset="0"/>
              <a:buChar char="•"/>
            </a:pPr>
            <a:r>
              <a:rPr lang="en-US" sz="2800" dirty="0">
                <a:solidFill>
                  <a:schemeClr val="tx2"/>
                </a:solidFill>
                <a:latin typeface="Times New Roman"/>
                <a:cs typeface="Times New Roman"/>
              </a:rPr>
              <a:t>Privacy Concerns in Some Systems</a:t>
            </a:r>
          </a:p>
          <a:p>
            <a:pPr marL="469900" indent="-457200">
              <a:lnSpc>
                <a:spcPct val="100000"/>
              </a:lnSpc>
              <a:spcBef>
                <a:spcPts val="1430"/>
              </a:spcBef>
              <a:buFont typeface="Arial" panose="020B0604020202020204" pitchFamily="34" charset="0"/>
              <a:buChar char="•"/>
            </a:pPr>
            <a:r>
              <a:rPr lang="en-US" sz="2800" dirty="0">
                <a:solidFill>
                  <a:schemeClr val="tx2"/>
                </a:solidFill>
                <a:latin typeface="Times New Roman"/>
                <a:cs typeface="Times New Roman"/>
              </a:rPr>
              <a:t>No Remainder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800100"/>
            <a:ext cx="14817090" cy="3654205"/>
          </a:xfrm>
          <a:prstGeom prst="rect">
            <a:avLst/>
          </a:prstGeom>
        </p:spPr>
        <p:txBody>
          <a:bodyPr vert="horz" wrap="square" lIns="0" tIns="319405" rIns="0" bIns="0" rtlCol="0">
            <a:spAutoFit/>
          </a:bodyPr>
          <a:lstStyle/>
          <a:p>
            <a:pPr marL="12700" algn="just">
              <a:lnSpc>
                <a:spcPct val="100000"/>
              </a:lnSpc>
              <a:spcBef>
                <a:spcPts val="2515"/>
              </a:spcBef>
            </a:pPr>
            <a:r>
              <a:rPr sz="4800" spc="130" dirty="0"/>
              <a:t>PROPOSED</a:t>
            </a:r>
            <a:r>
              <a:rPr sz="4800" spc="10" dirty="0"/>
              <a:t> </a:t>
            </a:r>
            <a:r>
              <a:rPr sz="4800" spc="70" dirty="0"/>
              <a:t>SYSTEM</a:t>
            </a:r>
          </a:p>
          <a:p>
            <a:pPr marL="12700" marR="5080" algn="just">
              <a:lnSpc>
                <a:spcPct val="114599"/>
              </a:lnSpc>
              <a:spcBef>
                <a:spcPts val="925"/>
              </a:spcBef>
            </a:pPr>
            <a:r>
              <a:rPr lang="en-US" sz="2800" b="0" dirty="0">
                <a:solidFill>
                  <a:srgbClr val="16536F"/>
                </a:solidFill>
                <a:latin typeface="Times New Roman"/>
                <a:cs typeface="Times New Roman"/>
              </a:rPr>
              <a:t>	</a:t>
            </a:r>
            <a:r>
              <a:rPr sz="2800" b="0" dirty="0">
                <a:solidFill>
                  <a:srgbClr val="16536F"/>
                </a:solidFill>
                <a:latin typeface="Times New Roman"/>
                <a:cs typeface="Times New Roman"/>
              </a:rPr>
              <a:t>The</a:t>
            </a:r>
            <a:r>
              <a:rPr sz="2800" b="0" spc="114" dirty="0">
                <a:solidFill>
                  <a:srgbClr val="16536F"/>
                </a:solidFill>
                <a:latin typeface="Times New Roman"/>
                <a:cs typeface="Times New Roman"/>
              </a:rPr>
              <a:t> </a:t>
            </a:r>
            <a:r>
              <a:rPr sz="2800" b="0" dirty="0">
                <a:solidFill>
                  <a:srgbClr val="16536F"/>
                </a:solidFill>
                <a:latin typeface="Times New Roman"/>
                <a:cs typeface="Times New Roman"/>
              </a:rPr>
              <a:t>proposed</a:t>
            </a:r>
            <a:r>
              <a:rPr sz="2800" b="0" spc="114" dirty="0">
                <a:solidFill>
                  <a:srgbClr val="16536F"/>
                </a:solidFill>
                <a:latin typeface="Times New Roman"/>
                <a:cs typeface="Times New Roman"/>
              </a:rPr>
              <a:t> </a:t>
            </a:r>
            <a:r>
              <a:rPr sz="2800" b="0" dirty="0">
                <a:solidFill>
                  <a:srgbClr val="16536F"/>
                </a:solidFill>
                <a:latin typeface="Times New Roman"/>
                <a:cs typeface="Times New Roman"/>
              </a:rPr>
              <a:t>system</a:t>
            </a:r>
            <a:r>
              <a:rPr sz="2800" b="0" spc="120" dirty="0">
                <a:solidFill>
                  <a:srgbClr val="16536F"/>
                </a:solidFill>
                <a:latin typeface="Times New Roman"/>
                <a:cs typeface="Times New Roman"/>
              </a:rPr>
              <a:t> </a:t>
            </a:r>
            <a:r>
              <a:rPr sz="2800" b="0" spc="-45" dirty="0">
                <a:solidFill>
                  <a:srgbClr val="16536F"/>
                </a:solidFill>
                <a:latin typeface="Times New Roman"/>
                <a:cs typeface="Times New Roman"/>
              </a:rPr>
              <a:t>utilizes</a:t>
            </a:r>
            <a:r>
              <a:rPr sz="2800" b="0" spc="114" dirty="0">
                <a:solidFill>
                  <a:srgbClr val="16536F"/>
                </a:solidFill>
                <a:latin typeface="Times New Roman"/>
                <a:cs typeface="Times New Roman"/>
              </a:rPr>
              <a:t> </a:t>
            </a:r>
            <a:r>
              <a:rPr sz="2800" b="0" spc="160" dirty="0">
                <a:solidFill>
                  <a:srgbClr val="16536F"/>
                </a:solidFill>
                <a:latin typeface="Times New Roman"/>
                <a:cs typeface="Times New Roman"/>
              </a:rPr>
              <a:t>a</a:t>
            </a:r>
            <a:r>
              <a:rPr sz="2800" b="0" spc="114" dirty="0">
                <a:solidFill>
                  <a:srgbClr val="16536F"/>
                </a:solidFill>
                <a:latin typeface="Times New Roman"/>
                <a:cs typeface="Times New Roman"/>
              </a:rPr>
              <a:t> </a:t>
            </a:r>
            <a:r>
              <a:rPr sz="2800" b="0" spc="-60" dirty="0">
                <a:solidFill>
                  <a:srgbClr val="16536F"/>
                </a:solidFill>
                <a:latin typeface="Times New Roman"/>
                <a:cs typeface="Times New Roman"/>
              </a:rPr>
              <a:t>Python-</a:t>
            </a:r>
            <a:r>
              <a:rPr sz="2800" b="0" dirty="0">
                <a:solidFill>
                  <a:srgbClr val="16536F"/>
                </a:solidFill>
                <a:latin typeface="Times New Roman"/>
                <a:cs typeface="Times New Roman"/>
              </a:rPr>
              <a:t>based</a:t>
            </a:r>
            <a:r>
              <a:rPr sz="2800" b="0" spc="120" dirty="0">
                <a:solidFill>
                  <a:srgbClr val="16536F"/>
                </a:solidFill>
                <a:latin typeface="Times New Roman"/>
                <a:cs typeface="Times New Roman"/>
              </a:rPr>
              <a:t> </a:t>
            </a:r>
            <a:r>
              <a:rPr sz="2800" b="0" dirty="0">
                <a:solidFill>
                  <a:srgbClr val="16536F"/>
                </a:solidFill>
                <a:latin typeface="Times New Roman"/>
                <a:cs typeface="Times New Roman"/>
              </a:rPr>
              <a:t>face</a:t>
            </a:r>
            <a:r>
              <a:rPr sz="2800" b="0" spc="114" dirty="0">
                <a:solidFill>
                  <a:srgbClr val="16536F"/>
                </a:solidFill>
                <a:latin typeface="Times New Roman"/>
                <a:cs typeface="Times New Roman"/>
              </a:rPr>
              <a:t> </a:t>
            </a:r>
            <a:r>
              <a:rPr sz="2800" b="0" spc="-20" dirty="0">
                <a:solidFill>
                  <a:srgbClr val="16536F"/>
                </a:solidFill>
                <a:latin typeface="Times New Roman"/>
                <a:cs typeface="Times New Roman"/>
              </a:rPr>
              <a:t>recognition</a:t>
            </a:r>
            <a:r>
              <a:rPr sz="2800" b="0" spc="114" dirty="0">
                <a:solidFill>
                  <a:srgbClr val="16536F"/>
                </a:solidFill>
                <a:latin typeface="Times New Roman"/>
                <a:cs typeface="Times New Roman"/>
              </a:rPr>
              <a:t> </a:t>
            </a:r>
            <a:r>
              <a:rPr sz="2800" b="0" dirty="0">
                <a:solidFill>
                  <a:srgbClr val="16536F"/>
                </a:solidFill>
                <a:latin typeface="Times New Roman"/>
                <a:cs typeface="Times New Roman"/>
              </a:rPr>
              <a:t>algorithm</a:t>
            </a:r>
            <a:r>
              <a:rPr sz="2800" b="0" spc="120" dirty="0">
                <a:solidFill>
                  <a:srgbClr val="16536F"/>
                </a:solidFill>
                <a:latin typeface="Times New Roman"/>
                <a:cs typeface="Times New Roman"/>
              </a:rPr>
              <a:t> </a:t>
            </a:r>
            <a:r>
              <a:rPr sz="2800" b="0" spc="75" dirty="0">
                <a:solidFill>
                  <a:srgbClr val="16536F"/>
                </a:solidFill>
                <a:latin typeface="Times New Roman"/>
                <a:cs typeface="Times New Roman"/>
              </a:rPr>
              <a:t>to</a:t>
            </a:r>
            <a:r>
              <a:rPr sz="2800" b="0" spc="114" dirty="0">
                <a:solidFill>
                  <a:srgbClr val="16536F"/>
                </a:solidFill>
                <a:latin typeface="Times New Roman"/>
                <a:cs typeface="Times New Roman"/>
              </a:rPr>
              <a:t> </a:t>
            </a:r>
            <a:r>
              <a:rPr sz="2800" b="0" spc="-20" dirty="0">
                <a:solidFill>
                  <a:srgbClr val="16536F"/>
                </a:solidFill>
                <a:latin typeface="Times New Roman"/>
                <a:cs typeface="Times New Roman"/>
              </a:rPr>
              <a:t>accurately</a:t>
            </a:r>
            <a:r>
              <a:rPr sz="2800" b="0" spc="114" dirty="0">
                <a:solidFill>
                  <a:srgbClr val="16536F"/>
                </a:solidFill>
                <a:latin typeface="Times New Roman"/>
                <a:cs typeface="Times New Roman"/>
              </a:rPr>
              <a:t> </a:t>
            </a:r>
            <a:r>
              <a:rPr sz="2800" b="0" dirty="0">
                <a:solidFill>
                  <a:srgbClr val="16536F"/>
                </a:solidFill>
                <a:latin typeface="Times New Roman"/>
                <a:cs typeface="Times New Roman"/>
              </a:rPr>
              <a:t>detect</a:t>
            </a:r>
            <a:r>
              <a:rPr sz="2800" b="0" spc="120" dirty="0">
                <a:solidFill>
                  <a:srgbClr val="16536F"/>
                </a:solidFill>
                <a:latin typeface="Times New Roman"/>
                <a:cs typeface="Times New Roman"/>
              </a:rPr>
              <a:t> </a:t>
            </a:r>
            <a:r>
              <a:rPr sz="2800" b="0" spc="-25" dirty="0">
                <a:solidFill>
                  <a:srgbClr val="16536F"/>
                </a:solidFill>
                <a:latin typeface="Times New Roman"/>
                <a:cs typeface="Times New Roman"/>
              </a:rPr>
              <a:t>the </a:t>
            </a:r>
            <a:r>
              <a:rPr sz="2800" b="0" spc="-105" dirty="0">
                <a:solidFill>
                  <a:srgbClr val="16536F"/>
                </a:solidFill>
                <a:latin typeface="Times New Roman"/>
                <a:cs typeface="Times New Roman"/>
              </a:rPr>
              <a:t>presence</a:t>
            </a:r>
            <a:r>
              <a:rPr sz="2800" b="0" spc="-85" dirty="0">
                <a:solidFill>
                  <a:srgbClr val="16536F"/>
                </a:solidFill>
                <a:latin typeface="Times New Roman"/>
                <a:cs typeface="Times New Roman"/>
              </a:rPr>
              <a:t> </a:t>
            </a:r>
            <a:r>
              <a:rPr sz="2800" b="0" dirty="0">
                <a:solidFill>
                  <a:srgbClr val="16536F"/>
                </a:solidFill>
                <a:latin typeface="Times New Roman"/>
                <a:cs typeface="Times New Roman"/>
              </a:rPr>
              <a:t>of</a:t>
            </a:r>
            <a:r>
              <a:rPr sz="2800" b="0" spc="-110" dirty="0">
                <a:solidFill>
                  <a:srgbClr val="16536F"/>
                </a:solidFill>
                <a:latin typeface="Times New Roman"/>
                <a:cs typeface="Times New Roman"/>
              </a:rPr>
              <a:t> </a:t>
            </a:r>
            <a:r>
              <a:rPr sz="2800" b="0" spc="-85" dirty="0">
                <a:solidFill>
                  <a:srgbClr val="16536F"/>
                </a:solidFill>
                <a:latin typeface="Times New Roman"/>
                <a:cs typeface="Times New Roman"/>
              </a:rPr>
              <a:t>faculty</a:t>
            </a:r>
            <a:r>
              <a:rPr sz="2800" b="0" spc="-90" dirty="0">
                <a:solidFill>
                  <a:srgbClr val="16536F"/>
                </a:solidFill>
                <a:latin typeface="Times New Roman"/>
                <a:cs typeface="Times New Roman"/>
              </a:rPr>
              <a:t> </a:t>
            </a:r>
            <a:r>
              <a:rPr sz="2800" b="0" spc="-75" dirty="0">
                <a:solidFill>
                  <a:srgbClr val="16536F"/>
                </a:solidFill>
                <a:latin typeface="Times New Roman"/>
                <a:cs typeface="Times New Roman"/>
              </a:rPr>
              <a:t>members</a:t>
            </a:r>
            <a:r>
              <a:rPr sz="2800" b="0" spc="-85" dirty="0">
                <a:solidFill>
                  <a:srgbClr val="16536F"/>
                </a:solidFill>
                <a:latin typeface="Times New Roman"/>
                <a:cs typeface="Times New Roman"/>
              </a:rPr>
              <a:t> </a:t>
            </a:r>
            <a:r>
              <a:rPr sz="2800" b="0" dirty="0">
                <a:solidFill>
                  <a:srgbClr val="16536F"/>
                </a:solidFill>
                <a:latin typeface="Times New Roman"/>
                <a:cs typeface="Times New Roman"/>
              </a:rPr>
              <a:t>in</a:t>
            </a:r>
            <a:r>
              <a:rPr sz="2800" b="0" spc="-90" dirty="0">
                <a:solidFill>
                  <a:srgbClr val="16536F"/>
                </a:solidFill>
                <a:latin typeface="Times New Roman"/>
                <a:cs typeface="Times New Roman"/>
              </a:rPr>
              <a:t> classrooms.</a:t>
            </a:r>
            <a:r>
              <a:rPr sz="2800" b="0" spc="-85" dirty="0">
                <a:solidFill>
                  <a:srgbClr val="16536F"/>
                </a:solidFill>
                <a:latin typeface="Times New Roman"/>
                <a:cs typeface="Times New Roman"/>
              </a:rPr>
              <a:t> </a:t>
            </a:r>
            <a:r>
              <a:rPr sz="2800" b="0" spc="75" dirty="0">
                <a:solidFill>
                  <a:srgbClr val="16536F"/>
                </a:solidFill>
                <a:latin typeface="Times New Roman"/>
                <a:cs typeface="Times New Roman"/>
              </a:rPr>
              <a:t>It</a:t>
            </a:r>
            <a:r>
              <a:rPr sz="2800" b="0" spc="-85" dirty="0">
                <a:solidFill>
                  <a:srgbClr val="16536F"/>
                </a:solidFill>
                <a:latin typeface="Times New Roman"/>
                <a:cs typeface="Times New Roman"/>
              </a:rPr>
              <a:t> </a:t>
            </a:r>
            <a:r>
              <a:rPr sz="2800" b="0" spc="-80" dirty="0">
                <a:solidFill>
                  <a:srgbClr val="16536F"/>
                </a:solidFill>
                <a:latin typeface="Times New Roman"/>
                <a:cs typeface="Times New Roman"/>
              </a:rPr>
              <a:t>features</a:t>
            </a:r>
            <a:r>
              <a:rPr sz="2800" b="0" spc="-90" dirty="0">
                <a:solidFill>
                  <a:srgbClr val="16536F"/>
                </a:solidFill>
                <a:latin typeface="Times New Roman"/>
                <a:cs typeface="Times New Roman"/>
              </a:rPr>
              <a:t> </a:t>
            </a:r>
            <a:r>
              <a:rPr sz="2800" b="0" spc="160" dirty="0">
                <a:solidFill>
                  <a:srgbClr val="16536F"/>
                </a:solidFill>
                <a:latin typeface="Times New Roman"/>
                <a:cs typeface="Times New Roman"/>
              </a:rPr>
              <a:t>a</a:t>
            </a:r>
            <a:r>
              <a:rPr sz="2800" b="0" spc="-85" dirty="0">
                <a:solidFill>
                  <a:srgbClr val="16536F"/>
                </a:solidFill>
                <a:latin typeface="Times New Roman"/>
                <a:cs typeface="Times New Roman"/>
              </a:rPr>
              <a:t> </a:t>
            </a:r>
            <a:r>
              <a:rPr sz="2800" b="0" spc="-140" dirty="0">
                <a:solidFill>
                  <a:srgbClr val="16536F"/>
                </a:solidFill>
                <a:latin typeface="Times New Roman"/>
                <a:cs typeface="Times New Roman"/>
              </a:rPr>
              <a:t>web-</a:t>
            </a:r>
            <a:r>
              <a:rPr sz="2800" b="0" spc="-40" dirty="0">
                <a:solidFill>
                  <a:srgbClr val="16536F"/>
                </a:solidFill>
                <a:latin typeface="Times New Roman"/>
                <a:cs typeface="Times New Roman"/>
              </a:rPr>
              <a:t>based</a:t>
            </a:r>
            <a:r>
              <a:rPr sz="2800" b="0" spc="-90" dirty="0">
                <a:solidFill>
                  <a:srgbClr val="16536F"/>
                </a:solidFill>
                <a:latin typeface="Times New Roman"/>
                <a:cs typeface="Times New Roman"/>
              </a:rPr>
              <a:t> </a:t>
            </a:r>
            <a:r>
              <a:rPr sz="2800" b="0" dirty="0">
                <a:solidFill>
                  <a:srgbClr val="16536F"/>
                </a:solidFill>
                <a:latin typeface="Times New Roman"/>
                <a:cs typeface="Times New Roman"/>
              </a:rPr>
              <a:t>dashboard</a:t>
            </a:r>
            <a:r>
              <a:rPr sz="2800" b="0" spc="-85" dirty="0">
                <a:solidFill>
                  <a:srgbClr val="16536F"/>
                </a:solidFill>
                <a:latin typeface="Times New Roman"/>
                <a:cs typeface="Times New Roman"/>
              </a:rPr>
              <a:t> </a:t>
            </a:r>
            <a:r>
              <a:rPr sz="2800" b="0" dirty="0">
                <a:solidFill>
                  <a:srgbClr val="16536F"/>
                </a:solidFill>
                <a:latin typeface="Times New Roman"/>
                <a:cs typeface="Times New Roman"/>
              </a:rPr>
              <a:t>that</a:t>
            </a:r>
            <a:r>
              <a:rPr sz="2800" b="0" spc="-85" dirty="0">
                <a:solidFill>
                  <a:srgbClr val="16536F"/>
                </a:solidFill>
                <a:latin typeface="Times New Roman"/>
                <a:cs typeface="Times New Roman"/>
              </a:rPr>
              <a:t> </a:t>
            </a:r>
            <a:r>
              <a:rPr sz="2800" b="0" spc="-120" dirty="0">
                <a:solidFill>
                  <a:srgbClr val="16536F"/>
                </a:solidFill>
                <a:latin typeface="Times New Roman"/>
                <a:cs typeface="Times New Roman"/>
              </a:rPr>
              <a:t>visually</a:t>
            </a:r>
            <a:r>
              <a:rPr sz="2800" b="0" spc="-70" dirty="0">
                <a:solidFill>
                  <a:srgbClr val="16536F"/>
                </a:solidFill>
                <a:latin typeface="Times New Roman"/>
                <a:cs typeface="Times New Roman"/>
              </a:rPr>
              <a:t> </a:t>
            </a:r>
            <a:r>
              <a:rPr sz="2800" b="0" spc="-10" dirty="0">
                <a:solidFill>
                  <a:srgbClr val="16536F"/>
                </a:solidFill>
                <a:latin typeface="Times New Roman"/>
                <a:cs typeface="Times New Roman"/>
              </a:rPr>
              <a:t>represents </a:t>
            </a:r>
            <a:r>
              <a:rPr sz="2800" b="0" dirty="0">
                <a:solidFill>
                  <a:srgbClr val="16536F"/>
                </a:solidFill>
                <a:latin typeface="Times New Roman"/>
                <a:cs typeface="Times New Roman"/>
              </a:rPr>
              <a:t>the</a:t>
            </a:r>
            <a:r>
              <a:rPr sz="2800" b="0" spc="-105" dirty="0">
                <a:solidFill>
                  <a:srgbClr val="16536F"/>
                </a:solidFill>
                <a:latin typeface="Times New Roman"/>
                <a:cs typeface="Times New Roman"/>
              </a:rPr>
              <a:t> </a:t>
            </a:r>
            <a:r>
              <a:rPr sz="2800" b="0" spc="-80" dirty="0">
                <a:solidFill>
                  <a:srgbClr val="16536F"/>
                </a:solidFill>
                <a:latin typeface="Times New Roman"/>
                <a:cs typeface="Times New Roman"/>
              </a:rPr>
              <a:t>supervision</a:t>
            </a:r>
            <a:r>
              <a:rPr sz="2800" b="0" spc="-100" dirty="0">
                <a:solidFill>
                  <a:srgbClr val="16536F"/>
                </a:solidFill>
                <a:latin typeface="Times New Roman"/>
                <a:cs typeface="Times New Roman"/>
              </a:rPr>
              <a:t> </a:t>
            </a:r>
            <a:r>
              <a:rPr sz="2800" b="0" spc="-10" dirty="0">
                <a:solidFill>
                  <a:srgbClr val="16536F"/>
                </a:solidFill>
                <a:latin typeface="Times New Roman"/>
                <a:cs typeface="Times New Roman"/>
              </a:rPr>
              <a:t>status</a:t>
            </a:r>
            <a:r>
              <a:rPr sz="2800" b="0" spc="-100" dirty="0">
                <a:solidFill>
                  <a:srgbClr val="16536F"/>
                </a:solidFill>
                <a:latin typeface="Times New Roman"/>
                <a:cs typeface="Times New Roman"/>
              </a:rPr>
              <a:t> </a:t>
            </a:r>
            <a:r>
              <a:rPr sz="2800" b="0" dirty="0">
                <a:solidFill>
                  <a:srgbClr val="16536F"/>
                </a:solidFill>
                <a:latin typeface="Times New Roman"/>
                <a:cs typeface="Times New Roman"/>
              </a:rPr>
              <a:t>of</a:t>
            </a:r>
            <a:r>
              <a:rPr sz="2800" b="0" spc="-100" dirty="0">
                <a:solidFill>
                  <a:srgbClr val="16536F"/>
                </a:solidFill>
                <a:latin typeface="Times New Roman"/>
                <a:cs typeface="Times New Roman"/>
              </a:rPr>
              <a:t> </a:t>
            </a:r>
            <a:r>
              <a:rPr sz="2800" b="0" spc="-30" dirty="0">
                <a:solidFill>
                  <a:srgbClr val="16536F"/>
                </a:solidFill>
                <a:latin typeface="Times New Roman"/>
                <a:cs typeface="Times New Roman"/>
              </a:rPr>
              <a:t>each</a:t>
            </a:r>
            <a:r>
              <a:rPr sz="2800" b="0" spc="-100" dirty="0">
                <a:solidFill>
                  <a:srgbClr val="16536F"/>
                </a:solidFill>
                <a:latin typeface="Times New Roman"/>
                <a:cs typeface="Times New Roman"/>
              </a:rPr>
              <a:t> </a:t>
            </a:r>
            <a:r>
              <a:rPr sz="2800" b="0" spc="-60" dirty="0">
                <a:solidFill>
                  <a:srgbClr val="16536F"/>
                </a:solidFill>
                <a:latin typeface="Times New Roman"/>
                <a:cs typeface="Times New Roman"/>
              </a:rPr>
              <a:t>classroom</a:t>
            </a:r>
            <a:r>
              <a:rPr sz="2800" b="0" spc="-100" dirty="0">
                <a:solidFill>
                  <a:srgbClr val="16536F"/>
                </a:solidFill>
                <a:latin typeface="Times New Roman"/>
                <a:cs typeface="Times New Roman"/>
              </a:rPr>
              <a:t> </a:t>
            </a:r>
            <a:r>
              <a:rPr sz="2800" b="0" spc="-65" dirty="0">
                <a:solidFill>
                  <a:srgbClr val="16536F"/>
                </a:solidFill>
                <a:latin typeface="Times New Roman"/>
                <a:cs typeface="Times New Roman"/>
              </a:rPr>
              <a:t>using</a:t>
            </a:r>
            <a:r>
              <a:rPr sz="2800" b="0" spc="-100" dirty="0">
                <a:solidFill>
                  <a:srgbClr val="16536F"/>
                </a:solidFill>
                <a:latin typeface="Times New Roman"/>
                <a:cs typeface="Times New Roman"/>
              </a:rPr>
              <a:t> color-</a:t>
            </a:r>
            <a:r>
              <a:rPr sz="2800" b="0" spc="-25" dirty="0">
                <a:solidFill>
                  <a:srgbClr val="16536F"/>
                </a:solidFill>
                <a:latin typeface="Times New Roman"/>
                <a:cs typeface="Times New Roman"/>
              </a:rPr>
              <a:t>coded</a:t>
            </a:r>
            <a:r>
              <a:rPr sz="2800" b="0" spc="-100" dirty="0">
                <a:solidFill>
                  <a:srgbClr val="16536F"/>
                </a:solidFill>
                <a:latin typeface="Times New Roman"/>
                <a:cs typeface="Times New Roman"/>
              </a:rPr>
              <a:t> </a:t>
            </a:r>
            <a:r>
              <a:rPr sz="2800" b="0" spc="-55" dirty="0">
                <a:solidFill>
                  <a:srgbClr val="16536F"/>
                </a:solidFill>
                <a:latin typeface="Times New Roman"/>
                <a:cs typeface="Times New Roman"/>
              </a:rPr>
              <a:t>indicators.</a:t>
            </a:r>
            <a:r>
              <a:rPr sz="2800" b="0" spc="-95" dirty="0">
                <a:solidFill>
                  <a:srgbClr val="16536F"/>
                </a:solidFill>
                <a:latin typeface="Times New Roman"/>
                <a:cs typeface="Times New Roman"/>
              </a:rPr>
              <a:t> </a:t>
            </a:r>
            <a:r>
              <a:rPr sz="2800" b="0" spc="-65" dirty="0">
                <a:solidFill>
                  <a:srgbClr val="16536F"/>
                </a:solidFill>
                <a:latin typeface="Times New Roman"/>
                <a:cs typeface="Times New Roman"/>
              </a:rPr>
              <a:t>Additionally,</a:t>
            </a:r>
            <a:r>
              <a:rPr sz="2800" b="0" spc="-100" dirty="0">
                <a:solidFill>
                  <a:srgbClr val="16536F"/>
                </a:solidFill>
                <a:latin typeface="Times New Roman"/>
                <a:cs typeface="Times New Roman"/>
              </a:rPr>
              <a:t> </a:t>
            </a:r>
            <a:r>
              <a:rPr sz="2800" b="0" dirty="0">
                <a:solidFill>
                  <a:srgbClr val="16536F"/>
                </a:solidFill>
                <a:latin typeface="Times New Roman"/>
                <a:cs typeface="Times New Roman"/>
              </a:rPr>
              <a:t>the</a:t>
            </a:r>
            <a:r>
              <a:rPr sz="2800" b="0" spc="-100" dirty="0">
                <a:solidFill>
                  <a:srgbClr val="16536F"/>
                </a:solidFill>
                <a:latin typeface="Times New Roman"/>
                <a:cs typeface="Times New Roman"/>
              </a:rPr>
              <a:t> </a:t>
            </a:r>
            <a:r>
              <a:rPr sz="2800" b="0" spc="-90" dirty="0">
                <a:solidFill>
                  <a:srgbClr val="16536F"/>
                </a:solidFill>
                <a:latin typeface="Times New Roman"/>
                <a:cs typeface="Times New Roman"/>
              </a:rPr>
              <a:t>system</a:t>
            </a:r>
            <a:r>
              <a:rPr sz="2800" b="0" spc="-100" dirty="0">
                <a:solidFill>
                  <a:srgbClr val="16536F"/>
                </a:solidFill>
                <a:latin typeface="Times New Roman"/>
                <a:cs typeface="Times New Roman"/>
              </a:rPr>
              <a:t> </a:t>
            </a:r>
            <a:r>
              <a:rPr sz="2800" b="0" spc="-10" dirty="0">
                <a:solidFill>
                  <a:srgbClr val="16536F"/>
                </a:solidFill>
                <a:latin typeface="Times New Roman"/>
                <a:cs typeface="Times New Roman"/>
              </a:rPr>
              <a:t>cross- </a:t>
            </a:r>
            <a:r>
              <a:rPr sz="2800" b="0" spc="-80" dirty="0">
                <a:solidFill>
                  <a:srgbClr val="16536F"/>
                </a:solidFill>
                <a:latin typeface="Times New Roman"/>
                <a:cs typeface="Times New Roman"/>
              </a:rPr>
              <a:t>references</a:t>
            </a:r>
            <a:r>
              <a:rPr sz="2800" b="0" spc="-30" dirty="0">
                <a:solidFill>
                  <a:srgbClr val="16536F"/>
                </a:solidFill>
                <a:latin typeface="Times New Roman"/>
                <a:cs typeface="Times New Roman"/>
              </a:rPr>
              <a:t> </a:t>
            </a:r>
            <a:r>
              <a:rPr sz="2800" b="0" dirty="0">
                <a:solidFill>
                  <a:srgbClr val="16536F"/>
                </a:solidFill>
                <a:latin typeface="Times New Roman"/>
                <a:cs typeface="Times New Roman"/>
              </a:rPr>
              <a:t>the</a:t>
            </a:r>
            <a:r>
              <a:rPr sz="2800" b="0" spc="-25" dirty="0">
                <a:solidFill>
                  <a:srgbClr val="16536F"/>
                </a:solidFill>
                <a:latin typeface="Times New Roman"/>
                <a:cs typeface="Times New Roman"/>
              </a:rPr>
              <a:t> faculty </a:t>
            </a:r>
            <a:r>
              <a:rPr sz="2800" b="0" spc="-30" dirty="0">
                <a:solidFill>
                  <a:srgbClr val="16536F"/>
                </a:solidFill>
                <a:latin typeface="Times New Roman"/>
                <a:cs typeface="Times New Roman"/>
              </a:rPr>
              <a:t>timetable </a:t>
            </a:r>
            <a:r>
              <a:rPr sz="2800" b="0" spc="50" dirty="0">
                <a:solidFill>
                  <a:srgbClr val="16536F"/>
                </a:solidFill>
                <a:latin typeface="Times New Roman"/>
                <a:cs typeface="Times New Roman"/>
              </a:rPr>
              <a:t>and</a:t>
            </a:r>
            <a:r>
              <a:rPr sz="2800" b="0" spc="-25" dirty="0">
                <a:solidFill>
                  <a:srgbClr val="16536F"/>
                </a:solidFill>
                <a:latin typeface="Times New Roman"/>
                <a:cs typeface="Times New Roman"/>
              </a:rPr>
              <a:t> </a:t>
            </a:r>
            <a:r>
              <a:rPr sz="2800" b="0" spc="-35" dirty="0">
                <a:solidFill>
                  <a:srgbClr val="16536F"/>
                </a:solidFill>
                <a:latin typeface="Times New Roman"/>
                <a:cs typeface="Times New Roman"/>
              </a:rPr>
              <a:t>automatically</a:t>
            </a:r>
            <a:r>
              <a:rPr sz="2800" b="0" spc="-25" dirty="0">
                <a:solidFill>
                  <a:srgbClr val="16536F"/>
                </a:solidFill>
                <a:latin typeface="Times New Roman"/>
                <a:cs typeface="Times New Roman"/>
              </a:rPr>
              <a:t> </a:t>
            </a:r>
            <a:r>
              <a:rPr sz="2800" b="0" dirty="0">
                <a:solidFill>
                  <a:srgbClr val="16536F"/>
                </a:solidFill>
                <a:latin typeface="Times New Roman"/>
                <a:cs typeface="Times New Roman"/>
              </a:rPr>
              <a:t>sends</a:t>
            </a:r>
            <a:r>
              <a:rPr sz="2800" b="0" spc="-30" dirty="0">
                <a:solidFill>
                  <a:srgbClr val="16536F"/>
                </a:solidFill>
                <a:latin typeface="Times New Roman"/>
                <a:cs typeface="Times New Roman"/>
              </a:rPr>
              <a:t> </a:t>
            </a:r>
            <a:r>
              <a:rPr sz="2800" b="0" dirty="0">
                <a:solidFill>
                  <a:srgbClr val="16536F"/>
                </a:solidFill>
                <a:latin typeface="Times New Roman"/>
                <a:cs typeface="Times New Roman"/>
              </a:rPr>
              <a:t>SMS</a:t>
            </a:r>
            <a:r>
              <a:rPr sz="2800" b="0" spc="-25" dirty="0">
                <a:solidFill>
                  <a:srgbClr val="16536F"/>
                </a:solidFill>
                <a:latin typeface="Times New Roman"/>
                <a:cs typeface="Times New Roman"/>
              </a:rPr>
              <a:t> </a:t>
            </a:r>
            <a:r>
              <a:rPr sz="2800" b="0" spc="-30" dirty="0">
                <a:solidFill>
                  <a:srgbClr val="16536F"/>
                </a:solidFill>
                <a:latin typeface="Times New Roman"/>
                <a:cs typeface="Times New Roman"/>
              </a:rPr>
              <a:t>reminders</a:t>
            </a:r>
            <a:r>
              <a:rPr sz="2800" b="0" spc="-25" dirty="0">
                <a:solidFill>
                  <a:srgbClr val="16536F"/>
                </a:solidFill>
                <a:latin typeface="Times New Roman"/>
                <a:cs typeface="Times New Roman"/>
              </a:rPr>
              <a:t> </a:t>
            </a:r>
            <a:r>
              <a:rPr sz="2800" b="0" spc="75" dirty="0">
                <a:solidFill>
                  <a:srgbClr val="16536F"/>
                </a:solidFill>
                <a:latin typeface="Times New Roman"/>
                <a:cs typeface="Times New Roman"/>
              </a:rPr>
              <a:t>to</a:t>
            </a:r>
            <a:r>
              <a:rPr sz="2800" b="0" spc="-30" dirty="0">
                <a:solidFill>
                  <a:srgbClr val="16536F"/>
                </a:solidFill>
                <a:latin typeface="Times New Roman"/>
                <a:cs typeface="Times New Roman"/>
              </a:rPr>
              <a:t> </a:t>
            </a:r>
            <a:r>
              <a:rPr sz="2800" b="0" spc="-20" dirty="0">
                <a:solidFill>
                  <a:srgbClr val="16536F"/>
                </a:solidFill>
                <a:latin typeface="Times New Roman"/>
                <a:cs typeface="Times New Roman"/>
              </a:rPr>
              <a:t>instructors</a:t>
            </a:r>
            <a:r>
              <a:rPr sz="2800" b="0" spc="-25" dirty="0">
                <a:solidFill>
                  <a:srgbClr val="16536F"/>
                </a:solidFill>
                <a:latin typeface="Times New Roman"/>
                <a:cs typeface="Times New Roman"/>
              </a:rPr>
              <a:t> </a:t>
            </a:r>
            <a:r>
              <a:rPr sz="2800" b="0" dirty="0">
                <a:solidFill>
                  <a:srgbClr val="16536F"/>
                </a:solidFill>
                <a:latin typeface="Times New Roman"/>
                <a:cs typeface="Times New Roman"/>
              </a:rPr>
              <a:t>before</a:t>
            </a:r>
            <a:r>
              <a:rPr sz="2800" b="0" spc="-25" dirty="0">
                <a:solidFill>
                  <a:srgbClr val="16536F"/>
                </a:solidFill>
                <a:latin typeface="Times New Roman"/>
                <a:cs typeface="Times New Roman"/>
              </a:rPr>
              <a:t> </a:t>
            </a:r>
            <a:r>
              <a:rPr sz="2800" b="0" spc="-20" dirty="0">
                <a:solidFill>
                  <a:srgbClr val="16536F"/>
                </a:solidFill>
                <a:latin typeface="Times New Roman"/>
                <a:cs typeface="Times New Roman"/>
              </a:rPr>
              <a:t>their </a:t>
            </a:r>
            <a:r>
              <a:rPr sz="2800" b="0" spc="-90" dirty="0">
                <a:solidFill>
                  <a:srgbClr val="16536F"/>
                </a:solidFill>
                <a:latin typeface="Times New Roman"/>
                <a:cs typeface="Times New Roman"/>
              </a:rPr>
              <a:t>scheduled</a:t>
            </a:r>
            <a:r>
              <a:rPr sz="2800" b="0" spc="-254" dirty="0">
                <a:solidFill>
                  <a:srgbClr val="16536F"/>
                </a:solidFill>
                <a:latin typeface="Times New Roman"/>
                <a:cs typeface="Times New Roman"/>
              </a:rPr>
              <a:t> </a:t>
            </a:r>
            <a:r>
              <a:rPr sz="2800" b="0" spc="-130" dirty="0">
                <a:solidFill>
                  <a:srgbClr val="16536F"/>
                </a:solidFill>
                <a:latin typeface="Times New Roman"/>
                <a:cs typeface="Times New Roman"/>
              </a:rPr>
              <a:t>classes,</a:t>
            </a:r>
            <a:r>
              <a:rPr sz="2800" b="0" spc="-254" dirty="0">
                <a:solidFill>
                  <a:srgbClr val="16536F"/>
                </a:solidFill>
                <a:latin typeface="Times New Roman"/>
                <a:cs typeface="Times New Roman"/>
              </a:rPr>
              <a:t> </a:t>
            </a:r>
            <a:r>
              <a:rPr sz="2800" b="0" spc="-35" dirty="0">
                <a:solidFill>
                  <a:srgbClr val="16536F"/>
                </a:solidFill>
                <a:latin typeface="Times New Roman"/>
                <a:cs typeface="Times New Roman"/>
              </a:rPr>
              <a:t>promoting</a:t>
            </a:r>
            <a:r>
              <a:rPr sz="2800" b="0" spc="-254" dirty="0">
                <a:solidFill>
                  <a:srgbClr val="16536F"/>
                </a:solidFill>
                <a:latin typeface="Times New Roman"/>
                <a:cs typeface="Times New Roman"/>
              </a:rPr>
              <a:t> </a:t>
            </a:r>
            <a:r>
              <a:rPr sz="2800" b="0" spc="-55" dirty="0">
                <a:solidFill>
                  <a:srgbClr val="16536F"/>
                </a:solidFill>
                <a:latin typeface="Times New Roman"/>
                <a:cs typeface="Times New Roman"/>
              </a:rPr>
              <a:t>punctuality</a:t>
            </a:r>
            <a:r>
              <a:rPr sz="2800" b="0" spc="-250" dirty="0">
                <a:solidFill>
                  <a:srgbClr val="16536F"/>
                </a:solidFill>
                <a:latin typeface="Times New Roman"/>
                <a:cs typeface="Times New Roman"/>
              </a:rPr>
              <a:t> </a:t>
            </a:r>
            <a:r>
              <a:rPr sz="2800" b="0" spc="50" dirty="0">
                <a:solidFill>
                  <a:srgbClr val="16536F"/>
                </a:solidFill>
                <a:latin typeface="Times New Roman"/>
                <a:cs typeface="Times New Roman"/>
              </a:rPr>
              <a:t>and</a:t>
            </a:r>
            <a:r>
              <a:rPr sz="2800" b="0" spc="-254" dirty="0">
                <a:solidFill>
                  <a:srgbClr val="16536F"/>
                </a:solidFill>
                <a:latin typeface="Times New Roman"/>
                <a:cs typeface="Times New Roman"/>
              </a:rPr>
              <a:t> </a:t>
            </a:r>
            <a:r>
              <a:rPr sz="2800" b="0" spc="-80" dirty="0">
                <a:solidFill>
                  <a:srgbClr val="16536F"/>
                </a:solidFill>
                <a:latin typeface="Times New Roman"/>
                <a:cs typeface="Times New Roman"/>
              </a:rPr>
              <a:t>reducing</a:t>
            </a:r>
            <a:r>
              <a:rPr sz="2800" b="0" spc="-254" dirty="0">
                <a:solidFill>
                  <a:srgbClr val="16536F"/>
                </a:solidFill>
                <a:latin typeface="Times New Roman"/>
                <a:cs typeface="Times New Roman"/>
              </a:rPr>
              <a:t> </a:t>
            </a:r>
            <a:r>
              <a:rPr sz="2800" b="0" spc="-10" dirty="0">
                <a:solidFill>
                  <a:srgbClr val="16536F"/>
                </a:solidFill>
                <a:latin typeface="Times New Roman"/>
                <a:cs typeface="Times New Roman"/>
              </a:rPr>
              <a:t>the</a:t>
            </a:r>
            <a:r>
              <a:rPr sz="2800" b="0" spc="-254" dirty="0">
                <a:solidFill>
                  <a:srgbClr val="16536F"/>
                </a:solidFill>
                <a:latin typeface="Times New Roman"/>
                <a:cs typeface="Times New Roman"/>
              </a:rPr>
              <a:t> </a:t>
            </a:r>
            <a:r>
              <a:rPr sz="2800" b="0" spc="-90" dirty="0">
                <a:solidFill>
                  <a:srgbClr val="16536F"/>
                </a:solidFill>
                <a:latin typeface="Times New Roman"/>
                <a:cs typeface="Times New Roman"/>
              </a:rPr>
              <a:t>chances</a:t>
            </a:r>
            <a:r>
              <a:rPr sz="2800" b="0" spc="-250" dirty="0">
                <a:solidFill>
                  <a:srgbClr val="16536F"/>
                </a:solidFill>
                <a:latin typeface="Times New Roman"/>
                <a:cs typeface="Times New Roman"/>
              </a:rPr>
              <a:t> </a:t>
            </a:r>
            <a:r>
              <a:rPr sz="2800" b="0" spc="-10" dirty="0">
                <a:solidFill>
                  <a:srgbClr val="16536F"/>
                </a:solidFill>
                <a:latin typeface="Times New Roman"/>
                <a:cs typeface="Times New Roman"/>
              </a:rPr>
              <a:t>of</a:t>
            </a:r>
            <a:r>
              <a:rPr sz="2800" b="0" spc="-254" dirty="0">
                <a:solidFill>
                  <a:srgbClr val="16536F"/>
                </a:solidFill>
                <a:latin typeface="Times New Roman"/>
                <a:cs typeface="Times New Roman"/>
              </a:rPr>
              <a:t> </a:t>
            </a:r>
            <a:r>
              <a:rPr sz="2800" b="0" spc="-85" dirty="0">
                <a:solidFill>
                  <a:srgbClr val="16536F"/>
                </a:solidFill>
                <a:latin typeface="Times New Roman"/>
                <a:cs typeface="Times New Roman"/>
              </a:rPr>
              <a:t>unsupervised</a:t>
            </a:r>
            <a:r>
              <a:rPr sz="2800" b="0" spc="-254" dirty="0">
                <a:solidFill>
                  <a:srgbClr val="16536F"/>
                </a:solidFill>
                <a:latin typeface="Times New Roman"/>
                <a:cs typeface="Times New Roman"/>
              </a:rPr>
              <a:t> </a:t>
            </a:r>
            <a:r>
              <a:rPr sz="2800" b="0" spc="-10" dirty="0">
                <a:solidFill>
                  <a:srgbClr val="16536F"/>
                </a:solidFill>
                <a:latin typeface="Times New Roman"/>
                <a:cs typeface="Times New Roman"/>
              </a:rPr>
              <a:t>sessions.</a:t>
            </a:r>
            <a:endParaRPr sz="2800" dirty="0">
              <a:latin typeface="Times New Roman"/>
              <a:cs typeface="Times New Roman"/>
            </a:endParaRPr>
          </a:p>
        </p:txBody>
      </p:sp>
      <p:sp>
        <p:nvSpPr>
          <p:cNvPr id="8" name="object 8"/>
          <p:cNvSpPr txBox="1"/>
          <p:nvPr/>
        </p:nvSpPr>
        <p:spPr>
          <a:xfrm>
            <a:off x="685800" y="4914900"/>
            <a:ext cx="14173200" cy="3974165"/>
          </a:xfrm>
          <a:prstGeom prst="rect">
            <a:avLst/>
          </a:prstGeom>
        </p:spPr>
        <p:txBody>
          <a:bodyPr vert="horz" wrap="square" lIns="0" tIns="181610" rIns="0" bIns="0" rtlCol="0">
            <a:spAutoFit/>
          </a:bodyPr>
          <a:lstStyle/>
          <a:p>
            <a:pPr marL="12700">
              <a:lnSpc>
                <a:spcPct val="100000"/>
              </a:lnSpc>
              <a:spcBef>
                <a:spcPts val="1430"/>
              </a:spcBef>
            </a:pPr>
            <a:r>
              <a:rPr sz="4800" b="1" spc="45" dirty="0">
                <a:solidFill>
                  <a:srgbClr val="136B94"/>
                </a:solidFill>
                <a:latin typeface="Times New Roman"/>
                <a:cs typeface="Times New Roman"/>
              </a:rPr>
              <a:t>A</a:t>
            </a:r>
            <a:r>
              <a:rPr sz="4800" b="1" spc="-220" dirty="0">
                <a:solidFill>
                  <a:srgbClr val="136B94"/>
                </a:solidFill>
                <a:latin typeface="Times New Roman"/>
                <a:cs typeface="Times New Roman"/>
              </a:rPr>
              <a:t>D</a:t>
            </a:r>
            <a:r>
              <a:rPr sz="4800" b="1" spc="-675" dirty="0">
                <a:solidFill>
                  <a:srgbClr val="136B94"/>
                </a:solidFill>
                <a:latin typeface="Times New Roman"/>
                <a:cs typeface="Times New Roman"/>
              </a:rPr>
              <a:t>V</a:t>
            </a:r>
            <a:r>
              <a:rPr sz="4800" b="1" spc="45" dirty="0">
                <a:solidFill>
                  <a:srgbClr val="136B94"/>
                </a:solidFill>
                <a:latin typeface="Times New Roman"/>
                <a:cs typeface="Times New Roman"/>
              </a:rPr>
              <a:t>A</a:t>
            </a:r>
            <a:r>
              <a:rPr sz="4800" b="1" spc="50" dirty="0">
                <a:solidFill>
                  <a:srgbClr val="136B94"/>
                </a:solidFill>
                <a:latin typeface="Times New Roman"/>
                <a:cs typeface="Times New Roman"/>
              </a:rPr>
              <a:t>N</a:t>
            </a:r>
            <a:r>
              <a:rPr sz="4800" b="1" spc="-204" dirty="0">
                <a:solidFill>
                  <a:srgbClr val="136B94"/>
                </a:solidFill>
                <a:latin typeface="Times New Roman"/>
                <a:cs typeface="Times New Roman"/>
              </a:rPr>
              <a:t>TA</a:t>
            </a:r>
            <a:r>
              <a:rPr sz="4800" b="1" spc="45" dirty="0">
                <a:solidFill>
                  <a:srgbClr val="136B94"/>
                </a:solidFill>
                <a:latin typeface="Times New Roman"/>
                <a:cs typeface="Times New Roman"/>
              </a:rPr>
              <a:t>GE</a:t>
            </a:r>
            <a:r>
              <a:rPr sz="4800" b="1" spc="55" dirty="0">
                <a:solidFill>
                  <a:srgbClr val="136B94"/>
                </a:solidFill>
                <a:latin typeface="Times New Roman"/>
                <a:cs typeface="Times New Roman"/>
              </a:rPr>
              <a:t>S</a:t>
            </a:r>
            <a:r>
              <a:rPr sz="4800" b="1" spc="-40" dirty="0">
                <a:solidFill>
                  <a:srgbClr val="136B94"/>
                </a:solidFill>
                <a:latin typeface="Times New Roman"/>
                <a:cs typeface="Times New Roman"/>
              </a:rPr>
              <a:t> </a:t>
            </a:r>
            <a:r>
              <a:rPr sz="4800" b="1" spc="75" dirty="0">
                <a:solidFill>
                  <a:srgbClr val="136B94"/>
                </a:solidFill>
                <a:latin typeface="Times New Roman"/>
                <a:cs typeface="Times New Roman"/>
              </a:rPr>
              <a:t>OF</a:t>
            </a:r>
            <a:r>
              <a:rPr sz="4800" b="1" spc="-35" dirty="0">
                <a:solidFill>
                  <a:srgbClr val="136B94"/>
                </a:solidFill>
                <a:latin typeface="Times New Roman"/>
                <a:cs typeface="Times New Roman"/>
              </a:rPr>
              <a:t> </a:t>
            </a:r>
            <a:r>
              <a:rPr sz="4800" b="1" spc="130" dirty="0">
                <a:solidFill>
                  <a:srgbClr val="136B94"/>
                </a:solidFill>
                <a:latin typeface="Times New Roman"/>
                <a:cs typeface="Times New Roman"/>
              </a:rPr>
              <a:t>PROPOSED</a:t>
            </a:r>
            <a:r>
              <a:rPr sz="4800" b="1" spc="-35" dirty="0">
                <a:solidFill>
                  <a:srgbClr val="136B94"/>
                </a:solidFill>
                <a:latin typeface="Times New Roman"/>
                <a:cs typeface="Times New Roman"/>
              </a:rPr>
              <a:t> </a:t>
            </a:r>
            <a:r>
              <a:rPr sz="4800" b="1" spc="55" dirty="0">
                <a:solidFill>
                  <a:srgbClr val="136B94"/>
                </a:solidFill>
                <a:latin typeface="Times New Roman"/>
                <a:cs typeface="Times New Roman"/>
              </a:rPr>
              <a:t>SYSYTEM</a:t>
            </a:r>
            <a:endParaRPr lang="en-IN" sz="4800" b="1" spc="55" dirty="0">
              <a:solidFill>
                <a:srgbClr val="136B94"/>
              </a:solidFill>
              <a:latin typeface="Times New Roman"/>
              <a:cs typeface="Times New Roman"/>
            </a:endParaRPr>
          </a:p>
          <a:p>
            <a:pPr marL="469900" indent="-457200" algn="just">
              <a:lnSpc>
                <a:spcPct val="100000"/>
              </a:lnSpc>
              <a:spcBef>
                <a:spcPts val="1430"/>
              </a:spcBef>
              <a:buFont typeface="Arial" panose="020B0604020202020204" pitchFamily="34" charset="0"/>
              <a:buChar char="•"/>
            </a:pPr>
            <a:r>
              <a:rPr lang="en-IN" sz="2800" spc="55" dirty="0">
                <a:solidFill>
                  <a:schemeClr val="tx2"/>
                </a:solidFill>
                <a:latin typeface="Times New Roman"/>
                <a:cs typeface="Times New Roman"/>
              </a:rPr>
              <a:t>Automated Monitoring Saves Manual Work</a:t>
            </a:r>
          </a:p>
          <a:p>
            <a:pPr marL="469900" indent="-457200" algn="just">
              <a:lnSpc>
                <a:spcPct val="100000"/>
              </a:lnSpc>
              <a:spcBef>
                <a:spcPts val="1430"/>
              </a:spcBef>
              <a:buFont typeface="Arial" panose="020B0604020202020204" pitchFamily="34" charset="0"/>
              <a:buChar char="•"/>
            </a:pPr>
            <a:r>
              <a:rPr lang="en-IN" sz="2800" dirty="0">
                <a:solidFill>
                  <a:schemeClr val="tx2"/>
                </a:solidFill>
                <a:latin typeface="Times New Roman"/>
                <a:cs typeface="Times New Roman"/>
              </a:rPr>
              <a:t>Real-Time Supervision Enabled</a:t>
            </a:r>
          </a:p>
          <a:p>
            <a:pPr marL="469900" indent="-457200" algn="just">
              <a:lnSpc>
                <a:spcPct val="100000"/>
              </a:lnSpc>
              <a:spcBef>
                <a:spcPts val="1430"/>
              </a:spcBef>
              <a:buFont typeface="Arial" panose="020B0604020202020204" pitchFamily="34" charset="0"/>
              <a:buChar char="•"/>
            </a:pPr>
            <a:r>
              <a:rPr lang="en-IN" sz="2800" dirty="0">
                <a:solidFill>
                  <a:schemeClr val="tx2"/>
                </a:solidFill>
                <a:latin typeface="Times New Roman"/>
                <a:cs typeface="Times New Roman"/>
              </a:rPr>
              <a:t>Visual Dashboard for Admins</a:t>
            </a:r>
          </a:p>
          <a:p>
            <a:pPr marL="469900" indent="-457200" algn="just">
              <a:lnSpc>
                <a:spcPct val="100000"/>
              </a:lnSpc>
              <a:spcBef>
                <a:spcPts val="1430"/>
              </a:spcBef>
              <a:buFont typeface="Arial" panose="020B0604020202020204" pitchFamily="34" charset="0"/>
              <a:buChar char="•"/>
            </a:pPr>
            <a:r>
              <a:rPr lang="en-IN" sz="2800" dirty="0">
                <a:solidFill>
                  <a:schemeClr val="tx2"/>
                </a:solidFill>
                <a:latin typeface="Times New Roman"/>
                <a:cs typeface="Times New Roman"/>
              </a:rPr>
              <a:t>Privacy-Friendly Design</a:t>
            </a:r>
          </a:p>
          <a:p>
            <a:pPr marL="469900" indent="-457200" algn="just">
              <a:lnSpc>
                <a:spcPct val="100000"/>
              </a:lnSpc>
              <a:spcBef>
                <a:spcPts val="1430"/>
              </a:spcBef>
              <a:buFont typeface="Arial" panose="020B0604020202020204" pitchFamily="34" charset="0"/>
              <a:buChar char="•"/>
            </a:pPr>
            <a:r>
              <a:rPr lang="en-IN" sz="2800" dirty="0">
                <a:solidFill>
                  <a:schemeClr val="tx2"/>
                </a:solidFill>
                <a:latin typeface="Times New Roman"/>
                <a:cs typeface="Times New Roman"/>
              </a:rPr>
              <a:t>Built-in Remainder System</a:t>
            </a:r>
            <a:endParaRPr sz="2800" dirty="0">
              <a:solidFill>
                <a:schemeClr val="tx2"/>
              </a:solidFill>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6000" y="1727755"/>
            <a:ext cx="16275050" cy="4730526"/>
          </a:xfrm>
          <a:prstGeom prst="rect">
            <a:avLst/>
          </a:prstGeom>
        </p:spPr>
        <p:txBody>
          <a:bodyPr vert="horz" wrap="square" lIns="0" tIns="417830" rIns="0" bIns="0" rtlCol="0">
            <a:spAutoFit/>
          </a:bodyPr>
          <a:lstStyle/>
          <a:p>
            <a:pPr marL="12700">
              <a:lnSpc>
                <a:spcPct val="100000"/>
              </a:lnSpc>
              <a:spcBef>
                <a:spcPts val="3290"/>
              </a:spcBef>
            </a:pPr>
            <a:r>
              <a:rPr sz="4800" spc="-100" dirty="0"/>
              <a:t>CONCLUSION</a:t>
            </a:r>
            <a:endParaRPr sz="4800" dirty="0"/>
          </a:p>
          <a:p>
            <a:pPr marL="12700" marR="5080" algn="just">
              <a:lnSpc>
                <a:spcPct val="114599"/>
              </a:lnSpc>
              <a:spcBef>
                <a:spcPts val="1065"/>
              </a:spcBef>
            </a:pPr>
            <a:r>
              <a:rPr lang="en-US" sz="2800" b="0" dirty="0">
                <a:solidFill>
                  <a:srgbClr val="16536F"/>
                </a:solidFill>
                <a:latin typeface="Times New Roman"/>
                <a:cs typeface="Times New Roman"/>
              </a:rPr>
              <a:t>	</a:t>
            </a:r>
            <a:r>
              <a:rPr sz="2800" b="0" dirty="0">
                <a:solidFill>
                  <a:srgbClr val="16536F"/>
                </a:solidFill>
                <a:latin typeface="Times New Roman"/>
                <a:cs typeface="Times New Roman"/>
              </a:rPr>
              <a:t>The</a:t>
            </a:r>
            <a:r>
              <a:rPr sz="2800" b="0" spc="175" dirty="0">
                <a:solidFill>
                  <a:srgbClr val="16536F"/>
                </a:solidFill>
                <a:latin typeface="Times New Roman"/>
                <a:cs typeface="Times New Roman"/>
              </a:rPr>
              <a:t> </a:t>
            </a:r>
            <a:r>
              <a:rPr sz="2800" b="0" dirty="0">
                <a:solidFill>
                  <a:srgbClr val="16536F"/>
                </a:solidFill>
                <a:latin typeface="Times New Roman"/>
                <a:cs typeface="Times New Roman"/>
              </a:rPr>
              <a:t>Smart</a:t>
            </a:r>
            <a:r>
              <a:rPr sz="2800" b="0" spc="180" dirty="0">
                <a:solidFill>
                  <a:srgbClr val="16536F"/>
                </a:solidFill>
                <a:latin typeface="Times New Roman"/>
                <a:cs typeface="Times New Roman"/>
              </a:rPr>
              <a:t> </a:t>
            </a:r>
            <a:r>
              <a:rPr sz="2800" b="0" dirty="0">
                <a:solidFill>
                  <a:srgbClr val="16536F"/>
                </a:solidFill>
                <a:latin typeface="Times New Roman"/>
                <a:cs typeface="Times New Roman"/>
              </a:rPr>
              <a:t>Classroom</a:t>
            </a:r>
            <a:r>
              <a:rPr sz="2800" b="0" spc="180" dirty="0">
                <a:solidFill>
                  <a:srgbClr val="16536F"/>
                </a:solidFill>
                <a:latin typeface="Times New Roman"/>
                <a:cs typeface="Times New Roman"/>
              </a:rPr>
              <a:t> </a:t>
            </a:r>
            <a:r>
              <a:rPr sz="2800" b="0" dirty="0">
                <a:solidFill>
                  <a:srgbClr val="16536F"/>
                </a:solidFill>
                <a:latin typeface="Times New Roman"/>
                <a:cs typeface="Times New Roman"/>
              </a:rPr>
              <a:t>Monitoring</a:t>
            </a:r>
            <a:r>
              <a:rPr sz="2800" b="0" spc="180" dirty="0">
                <a:solidFill>
                  <a:srgbClr val="16536F"/>
                </a:solidFill>
                <a:latin typeface="Times New Roman"/>
                <a:cs typeface="Times New Roman"/>
              </a:rPr>
              <a:t> </a:t>
            </a:r>
            <a:r>
              <a:rPr sz="2800" b="0" dirty="0">
                <a:solidFill>
                  <a:srgbClr val="16536F"/>
                </a:solidFill>
                <a:latin typeface="Times New Roman"/>
                <a:cs typeface="Times New Roman"/>
              </a:rPr>
              <a:t>System</a:t>
            </a:r>
            <a:r>
              <a:rPr sz="2800" b="0" spc="180" dirty="0">
                <a:solidFill>
                  <a:srgbClr val="16536F"/>
                </a:solidFill>
                <a:latin typeface="Times New Roman"/>
                <a:cs typeface="Times New Roman"/>
              </a:rPr>
              <a:t> </a:t>
            </a:r>
            <a:r>
              <a:rPr sz="2800" b="0" dirty="0">
                <a:solidFill>
                  <a:srgbClr val="16536F"/>
                </a:solidFill>
                <a:latin typeface="Times New Roman"/>
                <a:cs typeface="Times New Roman"/>
              </a:rPr>
              <a:t>offers</a:t>
            </a:r>
            <a:r>
              <a:rPr sz="2800" b="0" spc="180" dirty="0">
                <a:solidFill>
                  <a:srgbClr val="16536F"/>
                </a:solidFill>
                <a:latin typeface="Times New Roman"/>
                <a:cs typeface="Times New Roman"/>
              </a:rPr>
              <a:t> </a:t>
            </a:r>
            <a:r>
              <a:rPr sz="2800" b="0" spc="75" dirty="0">
                <a:solidFill>
                  <a:srgbClr val="16536F"/>
                </a:solidFill>
                <a:latin typeface="Times New Roman"/>
                <a:cs typeface="Times New Roman"/>
              </a:rPr>
              <a:t>an</a:t>
            </a:r>
            <a:r>
              <a:rPr sz="2800" b="0" spc="180" dirty="0">
                <a:solidFill>
                  <a:srgbClr val="16536F"/>
                </a:solidFill>
                <a:latin typeface="Times New Roman"/>
                <a:cs typeface="Times New Roman"/>
              </a:rPr>
              <a:t> </a:t>
            </a:r>
            <a:r>
              <a:rPr sz="2800" b="0" spc="-60" dirty="0">
                <a:solidFill>
                  <a:srgbClr val="16536F"/>
                </a:solidFill>
                <a:latin typeface="Times New Roman"/>
                <a:cs typeface="Times New Roman"/>
              </a:rPr>
              <a:t>efficient,</a:t>
            </a:r>
            <a:r>
              <a:rPr sz="2800" b="0" spc="180" dirty="0">
                <a:solidFill>
                  <a:srgbClr val="16536F"/>
                </a:solidFill>
                <a:latin typeface="Times New Roman"/>
                <a:cs typeface="Times New Roman"/>
              </a:rPr>
              <a:t> </a:t>
            </a:r>
            <a:r>
              <a:rPr sz="2800" b="0" dirty="0">
                <a:solidFill>
                  <a:srgbClr val="16536F"/>
                </a:solidFill>
                <a:latin typeface="Times New Roman"/>
                <a:cs typeface="Times New Roman"/>
              </a:rPr>
              <a:t>automated</a:t>
            </a:r>
            <a:r>
              <a:rPr sz="2800" b="0" spc="180" dirty="0">
                <a:solidFill>
                  <a:srgbClr val="16536F"/>
                </a:solidFill>
                <a:latin typeface="Times New Roman"/>
                <a:cs typeface="Times New Roman"/>
              </a:rPr>
              <a:t> </a:t>
            </a:r>
            <a:r>
              <a:rPr sz="2800" b="0" dirty="0">
                <a:solidFill>
                  <a:srgbClr val="16536F"/>
                </a:solidFill>
                <a:latin typeface="Times New Roman"/>
                <a:cs typeface="Times New Roman"/>
              </a:rPr>
              <a:t>solution</a:t>
            </a:r>
            <a:r>
              <a:rPr sz="2800" b="0" spc="180" dirty="0">
                <a:solidFill>
                  <a:srgbClr val="16536F"/>
                </a:solidFill>
                <a:latin typeface="Times New Roman"/>
                <a:cs typeface="Times New Roman"/>
              </a:rPr>
              <a:t> </a:t>
            </a:r>
            <a:r>
              <a:rPr sz="2800" b="0" spc="75" dirty="0">
                <a:solidFill>
                  <a:srgbClr val="16536F"/>
                </a:solidFill>
                <a:latin typeface="Times New Roman"/>
                <a:cs typeface="Times New Roman"/>
              </a:rPr>
              <a:t>to</a:t>
            </a:r>
            <a:r>
              <a:rPr sz="2800" b="0" spc="180" dirty="0">
                <a:solidFill>
                  <a:srgbClr val="16536F"/>
                </a:solidFill>
                <a:latin typeface="Times New Roman"/>
                <a:cs typeface="Times New Roman"/>
              </a:rPr>
              <a:t> </a:t>
            </a:r>
            <a:r>
              <a:rPr sz="2800" b="0" dirty="0">
                <a:solidFill>
                  <a:srgbClr val="16536F"/>
                </a:solidFill>
                <a:latin typeface="Times New Roman"/>
                <a:cs typeface="Times New Roman"/>
              </a:rPr>
              <a:t>traditional</a:t>
            </a:r>
            <a:r>
              <a:rPr sz="2800" b="0" spc="180" dirty="0">
                <a:solidFill>
                  <a:srgbClr val="16536F"/>
                </a:solidFill>
                <a:latin typeface="Times New Roman"/>
                <a:cs typeface="Times New Roman"/>
              </a:rPr>
              <a:t> </a:t>
            </a:r>
            <a:r>
              <a:rPr sz="2800" b="0" spc="-10" dirty="0">
                <a:solidFill>
                  <a:srgbClr val="16536F"/>
                </a:solidFill>
                <a:latin typeface="Times New Roman"/>
                <a:cs typeface="Times New Roman"/>
              </a:rPr>
              <a:t>classroom </a:t>
            </a:r>
            <a:r>
              <a:rPr sz="2800" b="0" spc="-90" dirty="0">
                <a:solidFill>
                  <a:srgbClr val="16536F"/>
                </a:solidFill>
                <a:latin typeface="Times New Roman"/>
                <a:cs typeface="Times New Roman"/>
              </a:rPr>
              <a:t>supervision</a:t>
            </a:r>
            <a:r>
              <a:rPr sz="2800" b="0" spc="-100" dirty="0">
                <a:solidFill>
                  <a:srgbClr val="16536F"/>
                </a:solidFill>
                <a:latin typeface="Times New Roman"/>
                <a:cs typeface="Times New Roman"/>
              </a:rPr>
              <a:t> </a:t>
            </a:r>
            <a:r>
              <a:rPr sz="2800" b="0" spc="-125" dirty="0">
                <a:solidFill>
                  <a:srgbClr val="16536F"/>
                </a:solidFill>
                <a:latin typeface="Times New Roman"/>
                <a:cs typeface="Times New Roman"/>
              </a:rPr>
              <a:t>challenges.</a:t>
            </a:r>
            <a:r>
              <a:rPr sz="2800" b="0" spc="-60" dirty="0">
                <a:solidFill>
                  <a:srgbClr val="16536F"/>
                </a:solidFill>
                <a:latin typeface="Times New Roman"/>
                <a:cs typeface="Times New Roman"/>
              </a:rPr>
              <a:t> </a:t>
            </a:r>
            <a:r>
              <a:rPr sz="2800" b="0" spc="-155" dirty="0">
                <a:solidFill>
                  <a:srgbClr val="16536F"/>
                </a:solidFill>
                <a:latin typeface="Times New Roman"/>
                <a:cs typeface="Times New Roman"/>
              </a:rPr>
              <a:t>By</a:t>
            </a:r>
            <a:r>
              <a:rPr sz="2800" b="0" spc="-35" dirty="0">
                <a:solidFill>
                  <a:srgbClr val="16536F"/>
                </a:solidFill>
                <a:latin typeface="Times New Roman"/>
                <a:cs typeface="Times New Roman"/>
              </a:rPr>
              <a:t> </a:t>
            </a:r>
            <a:r>
              <a:rPr sz="2800" b="0" spc="-90" dirty="0">
                <a:solidFill>
                  <a:srgbClr val="16536F"/>
                </a:solidFill>
                <a:latin typeface="Times New Roman"/>
                <a:cs typeface="Times New Roman"/>
              </a:rPr>
              <a:t>using</a:t>
            </a:r>
            <a:r>
              <a:rPr sz="2800" b="0" spc="-95" dirty="0">
                <a:solidFill>
                  <a:srgbClr val="16536F"/>
                </a:solidFill>
                <a:latin typeface="Times New Roman"/>
                <a:cs typeface="Times New Roman"/>
              </a:rPr>
              <a:t> </a:t>
            </a:r>
            <a:r>
              <a:rPr sz="2800" b="0" spc="-130" dirty="0">
                <a:solidFill>
                  <a:srgbClr val="16536F"/>
                </a:solidFill>
                <a:latin typeface="Times New Roman"/>
                <a:cs typeface="Times New Roman"/>
              </a:rPr>
              <a:t>face</a:t>
            </a:r>
            <a:r>
              <a:rPr sz="2800" b="0" spc="-60" dirty="0">
                <a:solidFill>
                  <a:srgbClr val="16536F"/>
                </a:solidFill>
                <a:latin typeface="Times New Roman"/>
                <a:cs typeface="Times New Roman"/>
              </a:rPr>
              <a:t> </a:t>
            </a:r>
            <a:r>
              <a:rPr sz="2800" b="0" spc="-85" dirty="0">
                <a:solidFill>
                  <a:srgbClr val="16536F"/>
                </a:solidFill>
                <a:latin typeface="Times New Roman"/>
                <a:cs typeface="Times New Roman"/>
              </a:rPr>
              <a:t>recognition,</a:t>
            </a:r>
            <a:r>
              <a:rPr sz="2800" b="0" spc="-70" dirty="0">
                <a:solidFill>
                  <a:srgbClr val="16536F"/>
                </a:solidFill>
                <a:latin typeface="Times New Roman"/>
                <a:cs typeface="Times New Roman"/>
              </a:rPr>
              <a:t> </a:t>
            </a:r>
            <a:r>
              <a:rPr sz="2800" b="0" spc="160" dirty="0">
                <a:solidFill>
                  <a:srgbClr val="16536F"/>
                </a:solidFill>
                <a:latin typeface="Times New Roman"/>
                <a:cs typeface="Times New Roman"/>
              </a:rPr>
              <a:t>a</a:t>
            </a:r>
            <a:r>
              <a:rPr sz="2800" b="0" spc="-65" dirty="0">
                <a:solidFill>
                  <a:srgbClr val="16536F"/>
                </a:solidFill>
                <a:latin typeface="Times New Roman"/>
                <a:cs typeface="Times New Roman"/>
              </a:rPr>
              <a:t> </a:t>
            </a:r>
            <a:r>
              <a:rPr sz="2800" b="0" spc="-114" dirty="0">
                <a:solidFill>
                  <a:srgbClr val="16536F"/>
                </a:solidFill>
                <a:latin typeface="Times New Roman"/>
                <a:cs typeface="Times New Roman"/>
              </a:rPr>
              <a:t>real-</a:t>
            </a:r>
            <a:r>
              <a:rPr sz="2800" b="0" spc="-80" dirty="0">
                <a:solidFill>
                  <a:srgbClr val="16536F"/>
                </a:solidFill>
                <a:latin typeface="Times New Roman"/>
                <a:cs typeface="Times New Roman"/>
              </a:rPr>
              <a:t>time</a:t>
            </a:r>
            <a:r>
              <a:rPr sz="2800" b="0" spc="-70" dirty="0">
                <a:solidFill>
                  <a:srgbClr val="16536F"/>
                </a:solidFill>
                <a:latin typeface="Times New Roman"/>
                <a:cs typeface="Times New Roman"/>
              </a:rPr>
              <a:t> </a:t>
            </a:r>
            <a:r>
              <a:rPr sz="2800" b="0" spc="-110" dirty="0">
                <a:solidFill>
                  <a:srgbClr val="16536F"/>
                </a:solidFill>
                <a:latin typeface="Times New Roman"/>
                <a:cs typeface="Times New Roman"/>
              </a:rPr>
              <a:t>visual</a:t>
            </a:r>
            <a:r>
              <a:rPr sz="2800" b="0" spc="-70" dirty="0">
                <a:solidFill>
                  <a:srgbClr val="16536F"/>
                </a:solidFill>
                <a:latin typeface="Times New Roman"/>
                <a:cs typeface="Times New Roman"/>
              </a:rPr>
              <a:t> </a:t>
            </a:r>
            <a:r>
              <a:rPr sz="2800" b="0" spc="-20" dirty="0">
                <a:solidFill>
                  <a:srgbClr val="16536F"/>
                </a:solidFill>
                <a:latin typeface="Times New Roman"/>
                <a:cs typeface="Times New Roman"/>
              </a:rPr>
              <a:t>dashboard,</a:t>
            </a:r>
            <a:r>
              <a:rPr sz="2800" b="0" spc="-70" dirty="0">
                <a:solidFill>
                  <a:srgbClr val="16536F"/>
                </a:solidFill>
                <a:latin typeface="Times New Roman"/>
                <a:cs typeface="Times New Roman"/>
              </a:rPr>
              <a:t> </a:t>
            </a:r>
            <a:r>
              <a:rPr sz="2800" b="0" spc="50" dirty="0">
                <a:solidFill>
                  <a:srgbClr val="16536F"/>
                </a:solidFill>
                <a:latin typeface="Times New Roman"/>
                <a:cs typeface="Times New Roman"/>
              </a:rPr>
              <a:t>and</a:t>
            </a:r>
            <a:r>
              <a:rPr sz="2800" b="0" spc="-70" dirty="0">
                <a:solidFill>
                  <a:srgbClr val="16536F"/>
                </a:solidFill>
                <a:latin typeface="Times New Roman"/>
                <a:cs typeface="Times New Roman"/>
              </a:rPr>
              <a:t> </a:t>
            </a:r>
            <a:r>
              <a:rPr sz="2800" b="0" spc="-100" dirty="0">
                <a:solidFill>
                  <a:srgbClr val="16536F"/>
                </a:solidFill>
                <a:latin typeface="Times New Roman"/>
                <a:cs typeface="Times New Roman"/>
              </a:rPr>
              <a:t>timetable-</a:t>
            </a:r>
            <a:r>
              <a:rPr sz="2800" b="0" spc="-85" dirty="0">
                <a:solidFill>
                  <a:srgbClr val="16536F"/>
                </a:solidFill>
                <a:latin typeface="Times New Roman"/>
                <a:cs typeface="Times New Roman"/>
              </a:rPr>
              <a:t>linked</a:t>
            </a:r>
            <a:r>
              <a:rPr sz="2800" b="0" spc="-70" dirty="0">
                <a:solidFill>
                  <a:srgbClr val="16536F"/>
                </a:solidFill>
                <a:latin typeface="Times New Roman"/>
                <a:cs typeface="Times New Roman"/>
              </a:rPr>
              <a:t> </a:t>
            </a:r>
            <a:r>
              <a:rPr sz="2800" b="0" spc="-30" dirty="0">
                <a:solidFill>
                  <a:srgbClr val="16536F"/>
                </a:solidFill>
                <a:latin typeface="Times New Roman"/>
                <a:cs typeface="Times New Roman"/>
              </a:rPr>
              <a:t>SMS</a:t>
            </a:r>
            <a:r>
              <a:rPr sz="2800" b="0" spc="-65" dirty="0">
                <a:solidFill>
                  <a:srgbClr val="16536F"/>
                </a:solidFill>
                <a:latin typeface="Times New Roman"/>
                <a:cs typeface="Times New Roman"/>
              </a:rPr>
              <a:t> </a:t>
            </a:r>
            <a:r>
              <a:rPr sz="2800" b="0" spc="-10" dirty="0">
                <a:solidFill>
                  <a:srgbClr val="16536F"/>
                </a:solidFill>
                <a:latin typeface="Times New Roman"/>
                <a:cs typeface="Times New Roman"/>
              </a:rPr>
              <a:t>alerts, </a:t>
            </a:r>
            <a:r>
              <a:rPr sz="2800" b="0" dirty="0">
                <a:solidFill>
                  <a:srgbClr val="16536F"/>
                </a:solidFill>
                <a:latin typeface="Times New Roman"/>
                <a:cs typeface="Times New Roman"/>
              </a:rPr>
              <a:t>it</a:t>
            </a:r>
            <a:r>
              <a:rPr sz="2800" b="0" spc="-40" dirty="0">
                <a:solidFill>
                  <a:srgbClr val="16536F"/>
                </a:solidFill>
                <a:latin typeface="Times New Roman"/>
                <a:cs typeface="Times New Roman"/>
              </a:rPr>
              <a:t> </a:t>
            </a:r>
            <a:r>
              <a:rPr sz="2800" b="0" spc="-65" dirty="0">
                <a:solidFill>
                  <a:srgbClr val="16536F"/>
                </a:solidFill>
                <a:latin typeface="Times New Roman"/>
                <a:cs typeface="Times New Roman"/>
              </a:rPr>
              <a:t>ensures</a:t>
            </a:r>
            <a:r>
              <a:rPr sz="2800" b="0" spc="-35" dirty="0">
                <a:solidFill>
                  <a:srgbClr val="16536F"/>
                </a:solidFill>
                <a:latin typeface="Times New Roman"/>
                <a:cs typeface="Times New Roman"/>
              </a:rPr>
              <a:t> </a:t>
            </a:r>
            <a:r>
              <a:rPr sz="2800" b="0" spc="-114" dirty="0">
                <a:solidFill>
                  <a:srgbClr val="16536F"/>
                </a:solidFill>
                <a:latin typeface="Times New Roman"/>
                <a:cs typeface="Times New Roman"/>
              </a:rPr>
              <a:t>classes</a:t>
            </a:r>
            <a:r>
              <a:rPr sz="2800" b="0" spc="-35" dirty="0">
                <a:solidFill>
                  <a:srgbClr val="16536F"/>
                </a:solidFill>
                <a:latin typeface="Times New Roman"/>
                <a:cs typeface="Times New Roman"/>
              </a:rPr>
              <a:t> </a:t>
            </a:r>
            <a:r>
              <a:rPr sz="2800" b="0" dirty="0">
                <a:solidFill>
                  <a:srgbClr val="16536F"/>
                </a:solidFill>
                <a:latin typeface="Times New Roman"/>
                <a:cs typeface="Times New Roman"/>
              </a:rPr>
              <a:t>are</a:t>
            </a:r>
            <a:r>
              <a:rPr sz="2800" b="0" spc="-35" dirty="0">
                <a:solidFill>
                  <a:srgbClr val="16536F"/>
                </a:solidFill>
                <a:latin typeface="Times New Roman"/>
                <a:cs typeface="Times New Roman"/>
              </a:rPr>
              <a:t> </a:t>
            </a:r>
            <a:r>
              <a:rPr sz="2800" b="0" spc="-50" dirty="0">
                <a:solidFill>
                  <a:srgbClr val="16536F"/>
                </a:solidFill>
                <a:latin typeface="Times New Roman"/>
                <a:cs typeface="Times New Roman"/>
              </a:rPr>
              <a:t>continuously</a:t>
            </a:r>
            <a:r>
              <a:rPr sz="2800" b="0" spc="-35" dirty="0">
                <a:solidFill>
                  <a:srgbClr val="16536F"/>
                </a:solidFill>
                <a:latin typeface="Times New Roman"/>
                <a:cs typeface="Times New Roman"/>
              </a:rPr>
              <a:t> </a:t>
            </a:r>
            <a:r>
              <a:rPr sz="2800" b="0" spc="-20" dirty="0">
                <a:solidFill>
                  <a:srgbClr val="16536F"/>
                </a:solidFill>
                <a:latin typeface="Times New Roman"/>
                <a:cs typeface="Times New Roman"/>
              </a:rPr>
              <a:t>monitored.</a:t>
            </a:r>
            <a:r>
              <a:rPr sz="2800" b="0" spc="-40" dirty="0">
                <a:solidFill>
                  <a:srgbClr val="16536F"/>
                </a:solidFill>
                <a:latin typeface="Times New Roman"/>
                <a:cs typeface="Times New Roman"/>
              </a:rPr>
              <a:t> </a:t>
            </a:r>
            <a:r>
              <a:rPr sz="2800" b="0" spc="-55" dirty="0">
                <a:solidFill>
                  <a:srgbClr val="16536F"/>
                </a:solidFill>
                <a:latin typeface="Times New Roman"/>
                <a:cs typeface="Times New Roman"/>
              </a:rPr>
              <a:t>Designed</a:t>
            </a:r>
            <a:r>
              <a:rPr sz="2800" b="0" spc="-35" dirty="0">
                <a:solidFill>
                  <a:srgbClr val="16536F"/>
                </a:solidFill>
                <a:latin typeface="Times New Roman"/>
                <a:cs typeface="Times New Roman"/>
              </a:rPr>
              <a:t> </a:t>
            </a:r>
            <a:r>
              <a:rPr sz="2800" b="0" spc="75" dirty="0">
                <a:solidFill>
                  <a:srgbClr val="16536F"/>
                </a:solidFill>
                <a:latin typeface="Times New Roman"/>
                <a:cs typeface="Times New Roman"/>
              </a:rPr>
              <a:t>to</a:t>
            </a:r>
            <a:r>
              <a:rPr sz="2800" b="0" spc="-35" dirty="0">
                <a:solidFill>
                  <a:srgbClr val="16536F"/>
                </a:solidFill>
                <a:latin typeface="Times New Roman"/>
                <a:cs typeface="Times New Roman"/>
              </a:rPr>
              <a:t> </a:t>
            </a:r>
            <a:r>
              <a:rPr sz="2800" b="0" dirty="0">
                <a:solidFill>
                  <a:srgbClr val="16536F"/>
                </a:solidFill>
                <a:latin typeface="Times New Roman"/>
                <a:cs typeface="Times New Roman"/>
              </a:rPr>
              <a:t>be</a:t>
            </a:r>
            <a:r>
              <a:rPr sz="2800" b="0" spc="-35" dirty="0">
                <a:solidFill>
                  <a:srgbClr val="16536F"/>
                </a:solidFill>
                <a:latin typeface="Times New Roman"/>
                <a:cs typeface="Times New Roman"/>
              </a:rPr>
              <a:t> </a:t>
            </a:r>
            <a:r>
              <a:rPr sz="2800" b="0" spc="-95" dirty="0">
                <a:solidFill>
                  <a:srgbClr val="16536F"/>
                </a:solidFill>
                <a:latin typeface="Times New Roman"/>
                <a:cs typeface="Times New Roman"/>
              </a:rPr>
              <a:t>lightweight,</a:t>
            </a:r>
            <a:r>
              <a:rPr sz="2800" b="0" spc="-35" dirty="0">
                <a:solidFill>
                  <a:srgbClr val="16536F"/>
                </a:solidFill>
                <a:latin typeface="Times New Roman"/>
                <a:cs typeface="Times New Roman"/>
              </a:rPr>
              <a:t> </a:t>
            </a:r>
            <a:r>
              <a:rPr sz="2800" b="0" spc="-85" dirty="0">
                <a:solidFill>
                  <a:srgbClr val="16536F"/>
                </a:solidFill>
                <a:latin typeface="Times New Roman"/>
                <a:cs typeface="Times New Roman"/>
              </a:rPr>
              <a:t>scalable,</a:t>
            </a:r>
            <a:r>
              <a:rPr sz="2800" b="0" spc="-35" dirty="0">
                <a:solidFill>
                  <a:srgbClr val="16536F"/>
                </a:solidFill>
                <a:latin typeface="Times New Roman"/>
                <a:cs typeface="Times New Roman"/>
              </a:rPr>
              <a:t> </a:t>
            </a:r>
            <a:r>
              <a:rPr sz="2800" b="0" spc="50" dirty="0">
                <a:solidFill>
                  <a:srgbClr val="16536F"/>
                </a:solidFill>
                <a:latin typeface="Times New Roman"/>
                <a:cs typeface="Times New Roman"/>
              </a:rPr>
              <a:t>and</a:t>
            </a:r>
            <a:r>
              <a:rPr sz="2800" b="0" spc="-40" dirty="0">
                <a:solidFill>
                  <a:srgbClr val="16536F"/>
                </a:solidFill>
                <a:latin typeface="Times New Roman"/>
                <a:cs typeface="Times New Roman"/>
              </a:rPr>
              <a:t> </a:t>
            </a:r>
            <a:r>
              <a:rPr sz="2800" b="0" spc="-114" dirty="0">
                <a:solidFill>
                  <a:srgbClr val="16536F"/>
                </a:solidFill>
                <a:latin typeface="Times New Roman"/>
                <a:cs typeface="Times New Roman"/>
              </a:rPr>
              <a:t>privacy-</a:t>
            </a:r>
            <a:r>
              <a:rPr sz="2800" b="0" spc="-80" dirty="0">
                <a:solidFill>
                  <a:srgbClr val="16536F"/>
                </a:solidFill>
                <a:latin typeface="Times New Roman"/>
                <a:cs typeface="Times New Roman"/>
              </a:rPr>
              <a:t>respecting,</a:t>
            </a:r>
            <a:r>
              <a:rPr sz="2800" b="0" spc="-35" dirty="0">
                <a:solidFill>
                  <a:srgbClr val="16536F"/>
                </a:solidFill>
                <a:latin typeface="Times New Roman"/>
                <a:cs typeface="Times New Roman"/>
              </a:rPr>
              <a:t> </a:t>
            </a:r>
            <a:r>
              <a:rPr sz="2800" b="0" spc="-25" dirty="0">
                <a:solidFill>
                  <a:srgbClr val="16536F"/>
                </a:solidFill>
                <a:latin typeface="Times New Roman"/>
                <a:cs typeface="Times New Roman"/>
              </a:rPr>
              <a:t>the </a:t>
            </a:r>
            <a:r>
              <a:rPr sz="2800" b="0" spc="-80" dirty="0">
                <a:solidFill>
                  <a:srgbClr val="16536F"/>
                </a:solidFill>
                <a:latin typeface="Times New Roman"/>
                <a:cs typeface="Times New Roman"/>
              </a:rPr>
              <a:t>system</a:t>
            </a:r>
            <a:r>
              <a:rPr sz="2800" b="0" spc="-110" dirty="0">
                <a:solidFill>
                  <a:srgbClr val="16536F"/>
                </a:solidFill>
                <a:latin typeface="Times New Roman"/>
                <a:cs typeface="Times New Roman"/>
              </a:rPr>
              <a:t> </a:t>
            </a:r>
            <a:r>
              <a:rPr sz="2800" b="0" spc="-50" dirty="0">
                <a:solidFill>
                  <a:srgbClr val="16536F"/>
                </a:solidFill>
                <a:latin typeface="Times New Roman"/>
                <a:cs typeface="Times New Roman"/>
              </a:rPr>
              <a:t>suits</a:t>
            </a:r>
            <a:r>
              <a:rPr sz="2800" b="0" spc="-85" dirty="0">
                <a:solidFill>
                  <a:srgbClr val="16536F"/>
                </a:solidFill>
                <a:latin typeface="Times New Roman"/>
                <a:cs typeface="Times New Roman"/>
              </a:rPr>
              <a:t> </a:t>
            </a:r>
            <a:r>
              <a:rPr sz="2800" b="0" spc="-50" dirty="0">
                <a:solidFill>
                  <a:srgbClr val="16536F"/>
                </a:solidFill>
                <a:latin typeface="Times New Roman"/>
                <a:cs typeface="Times New Roman"/>
              </a:rPr>
              <a:t>institutions</a:t>
            </a:r>
            <a:r>
              <a:rPr sz="2800" b="0" spc="-80" dirty="0">
                <a:solidFill>
                  <a:srgbClr val="16536F"/>
                </a:solidFill>
                <a:latin typeface="Times New Roman"/>
                <a:cs typeface="Times New Roman"/>
              </a:rPr>
              <a:t> </a:t>
            </a:r>
            <a:r>
              <a:rPr sz="2800" b="0" dirty="0">
                <a:solidFill>
                  <a:srgbClr val="16536F"/>
                </a:solidFill>
                <a:latin typeface="Times New Roman"/>
                <a:cs typeface="Times New Roman"/>
              </a:rPr>
              <a:t>of</a:t>
            </a:r>
            <a:r>
              <a:rPr sz="2800" b="0" spc="-85" dirty="0">
                <a:solidFill>
                  <a:srgbClr val="16536F"/>
                </a:solidFill>
                <a:latin typeface="Times New Roman"/>
                <a:cs typeface="Times New Roman"/>
              </a:rPr>
              <a:t> </a:t>
            </a:r>
            <a:r>
              <a:rPr sz="2800" b="0" spc="-10" dirty="0">
                <a:solidFill>
                  <a:srgbClr val="16536F"/>
                </a:solidFill>
                <a:latin typeface="Times New Roman"/>
                <a:cs typeface="Times New Roman"/>
              </a:rPr>
              <a:t>all</a:t>
            </a:r>
            <a:r>
              <a:rPr sz="2800" b="0" spc="-80" dirty="0">
                <a:solidFill>
                  <a:srgbClr val="16536F"/>
                </a:solidFill>
                <a:latin typeface="Times New Roman"/>
                <a:cs typeface="Times New Roman"/>
              </a:rPr>
              <a:t> </a:t>
            </a:r>
            <a:r>
              <a:rPr sz="2800" b="0" spc="-130" dirty="0">
                <a:solidFill>
                  <a:srgbClr val="16536F"/>
                </a:solidFill>
                <a:latin typeface="Times New Roman"/>
                <a:cs typeface="Times New Roman"/>
              </a:rPr>
              <a:t>sizes.</a:t>
            </a:r>
            <a:r>
              <a:rPr sz="2800" b="0" spc="-60" dirty="0">
                <a:solidFill>
                  <a:srgbClr val="16536F"/>
                </a:solidFill>
                <a:latin typeface="Times New Roman"/>
                <a:cs typeface="Times New Roman"/>
              </a:rPr>
              <a:t> </a:t>
            </a:r>
            <a:r>
              <a:rPr sz="2800" b="0" dirty="0">
                <a:solidFill>
                  <a:srgbClr val="16536F"/>
                </a:solidFill>
                <a:latin typeface="Times New Roman"/>
                <a:cs typeface="Times New Roman"/>
              </a:rPr>
              <a:t>Its</a:t>
            </a:r>
            <a:r>
              <a:rPr sz="2800" b="0" spc="-80" dirty="0">
                <a:solidFill>
                  <a:srgbClr val="16536F"/>
                </a:solidFill>
                <a:latin typeface="Times New Roman"/>
                <a:cs typeface="Times New Roman"/>
              </a:rPr>
              <a:t> </a:t>
            </a:r>
            <a:r>
              <a:rPr sz="2800" b="0" spc="-45" dirty="0">
                <a:solidFill>
                  <a:srgbClr val="16536F"/>
                </a:solidFill>
                <a:latin typeface="Times New Roman"/>
                <a:cs typeface="Times New Roman"/>
              </a:rPr>
              <a:t>non-</a:t>
            </a:r>
            <a:r>
              <a:rPr sz="2800" b="0" spc="-75" dirty="0">
                <a:solidFill>
                  <a:srgbClr val="16536F"/>
                </a:solidFill>
                <a:latin typeface="Times New Roman"/>
                <a:cs typeface="Times New Roman"/>
              </a:rPr>
              <a:t>intrusive</a:t>
            </a:r>
            <a:r>
              <a:rPr sz="2800" b="0" spc="-85" dirty="0">
                <a:solidFill>
                  <a:srgbClr val="16536F"/>
                </a:solidFill>
                <a:latin typeface="Times New Roman"/>
                <a:cs typeface="Times New Roman"/>
              </a:rPr>
              <a:t> </a:t>
            </a:r>
            <a:r>
              <a:rPr sz="2800" b="0" spc="-10" dirty="0">
                <a:solidFill>
                  <a:srgbClr val="16536F"/>
                </a:solidFill>
                <a:latin typeface="Times New Roman"/>
                <a:cs typeface="Times New Roman"/>
              </a:rPr>
              <a:t>setup</a:t>
            </a:r>
            <a:r>
              <a:rPr sz="2800" b="0" spc="-80" dirty="0">
                <a:solidFill>
                  <a:srgbClr val="16536F"/>
                </a:solidFill>
                <a:latin typeface="Times New Roman"/>
                <a:cs typeface="Times New Roman"/>
              </a:rPr>
              <a:t> </a:t>
            </a:r>
            <a:r>
              <a:rPr sz="2800" b="0" spc="-70" dirty="0">
                <a:solidFill>
                  <a:srgbClr val="16536F"/>
                </a:solidFill>
                <a:latin typeface="Times New Roman"/>
                <a:cs typeface="Times New Roman"/>
              </a:rPr>
              <a:t>reduces</a:t>
            </a:r>
            <a:r>
              <a:rPr sz="2800" b="0" spc="-85" dirty="0">
                <a:solidFill>
                  <a:srgbClr val="16536F"/>
                </a:solidFill>
                <a:latin typeface="Times New Roman"/>
                <a:cs typeface="Times New Roman"/>
              </a:rPr>
              <a:t> </a:t>
            </a:r>
            <a:r>
              <a:rPr sz="2800" b="0" dirty="0">
                <a:solidFill>
                  <a:srgbClr val="16536F"/>
                </a:solidFill>
                <a:latin typeface="Times New Roman"/>
                <a:cs typeface="Times New Roman"/>
              </a:rPr>
              <a:t>manual</a:t>
            </a:r>
            <a:r>
              <a:rPr sz="2800" b="0" spc="-80" dirty="0">
                <a:solidFill>
                  <a:srgbClr val="16536F"/>
                </a:solidFill>
                <a:latin typeface="Times New Roman"/>
                <a:cs typeface="Times New Roman"/>
              </a:rPr>
              <a:t> </a:t>
            </a:r>
            <a:r>
              <a:rPr sz="2800" b="0" spc="-20" dirty="0">
                <a:solidFill>
                  <a:srgbClr val="16536F"/>
                </a:solidFill>
                <a:latin typeface="Times New Roman"/>
                <a:cs typeface="Times New Roman"/>
              </a:rPr>
              <a:t>workload,</a:t>
            </a:r>
            <a:r>
              <a:rPr sz="2800" b="0" spc="-85" dirty="0">
                <a:solidFill>
                  <a:srgbClr val="16536F"/>
                </a:solidFill>
                <a:latin typeface="Times New Roman"/>
                <a:cs typeface="Times New Roman"/>
              </a:rPr>
              <a:t> </a:t>
            </a:r>
            <a:r>
              <a:rPr sz="2800" b="0" spc="-65" dirty="0">
                <a:solidFill>
                  <a:srgbClr val="16536F"/>
                </a:solidFill>
                <a:latin typeface="Times New Roman"/>
                <a:cs typeface="Times New Roman"/>
              </a:rPr>
              <a:t>improves</a:t>
            </a:r>
            <a:r>
              <a:rPr sz="2800" b="0" spc="-80" dirty="0">
                <a:solidFill>
                  <a:srgbClr val="16536F"/>
                </a:solidFill>
                <a:latin typeface="Times New Roman"/>
                <a:cs typeface="Times New Roman"/>
              </a:rPr>
              <a:t> </a:t>
            </a:r>
            <a:r>
              <a:rPr sz="2800" b="0" spc="-25" dirty="0">
                <a:solidFill>
                  <a:srgbClr val="16536F"/>
                </a:solidFill>
                <a:latin typeface="Times New Roman"/>
                <a:cs typeface="Times New Roman"/>
              </a:rPr>
              <a:t>accountability, </a:t>
            </a:r>
            <a:r>
              <a:rPr sz="2800" b="0" spc="50" dirty="0">
                <a:solidFill>
                  <a:srgbClr val="16536F"/>
                </a:solidFill>
                <a:latin typeface="Times New Roman"/>
                <a:cs typeface="Times New Roman"/>
              </a:rPr>
              <a:t>and</a:t>
            </a:r>
            <a:r>
              <a:rPr sz="2800" b="0" spc="245" dirty="0">
                <a:solidFill>
                  <a:srgbClr val="16536F"/>
                </a:solidFill>
                <a:latin typeface="Times New Roman"/>
                <a:cs typeface="Times New Roman"/>
              </a:rPr>
              <a:t> </a:t>
            </a:r>
            <a:r>
              <a:rPr sz="2800" b="0" spc="-40" dirty="0">
                <a:solidFill>
                  <a:srgbClr val="16536F"/>
                </a:solidFill>
                <a:latin typeface="Times New Roman"/>
                <a:cs typeface="Times New Roman"/>
              </a:rPr>
              <a:t>minimizes</a:t>
            </a:r>
            <a:r>
              <a:rPr sz="2800" b="0" spc="250" dirty="0">
                <a:solidFill>
                  <a:srgbClr val="16536F"/>
                </a:solidFill>
                <a:latin typeface="Times New Roman"/>
                <a:cs typeface="Times New Roman"/>
              </a:rPr>
              <a:t> </a:t>
            </a:r>
            <a:r>
              <a:rPr sz="2800" b="0" dirty="0">
                <a:solidFill>
                  <a:srgbClr val="16536F"/>
                </a:solidFill>
                <a:latin typeface="Times New Roman"/>
                <a:cs typeface="Times New Roman"/>
              </a:rPr>
              <a:t>class</a:t>
            </a:r>
            <a:r>
              <a:rPr sz="2800" b="0" spc="250" dirty="0">
                <a:solidFill>
                  <a:srgbClr val="16536F"/>
                </a:solidFill>
                <a:latin typeface="Times New Roman"/>
                <a:cs typeface="Times New Roman"/>
              </a:rPr>
              <a:t> </a:t>
            </a:r>
            <a:r>
              <a:rPr sz="2800" b="0" dirty="0">
                <a:solidFill>
                  <a:srgbClr val="16536F"/>
                </a:solidFill>
                <a:latin typeface="Times New Roman"/>
                <a:cs typeface="Times New Roman"/>
              </a:rPr>
              <a:t>disruptions.</a:t>
            </a:r>
            <a:r>
              <a:rPr sz="2800" b="0" spc="245" dirty="0">
                <a:solidFill>
                  <a:srgbClr val="16536F"/>
                </a:solidFill>
                <a:latin typeface="Times New Roman"/>
                <a:cs typeface="Times New Roman"/>
              </a:rPr>
              <a:t> </a:t>
            </a:r>
            <a:r>
              <a:rPr sz="2800" b="0" dirty="0">
                <a:solidFill>
                  <a:srgbClr val="16536F"/>
                </a:solidFill>
                <a:latin typeface="Times New Roman"/>
                <a:cs typeface="Times New Roman"/>
              </a:rPr>
              <a:t>With</a:t>
            </a:r>
            <a:r>
              <a:rPr sz="2800" b="0" spc="250" dirty="0">
                <a:solidFill>
                  <a:srgbClr val="16536F"/>
                </a:solidFill>
                <a:latin typeface="Times New Roman"/>
                <a:cs typeface="Times New Roman"/>
              </a:rPr>
              <a:t> </a:t>
            </a:r>
            <a:r>
              <a:rPr sz="2800" b="0" dirty="0">
                <a:solidFill>
                  <a:srgbClr val="16536F"/>
                </a:solidFill>
                <a:latin typeface="Times New Roman"/>
                <a:cs typeface="Times New Roman"/>
              </a:rPr>
              <a:t>its</a:t>
            </a:r>
            <a:r>
              <a:rPr sz="2800" b="0" spc="250" dirty="0">
                <a:solidFill>
                  <a:srgbClr val="16536F"/>
                </a:solidFill>
                <a:latin typeface="Times New Roman"/>
                <a:cs typeface="Times New Roman"/>
              </a:rPr>
              <a:t> </a:t>
            </a:r>
            <a:r>
              <a:rPr sz="2800" b="0" dirty="0">
                <a:solidFill>
                  <a:srgbClr val="16536F"/>
                </a:solidFill>
                <a:latin typeface="Times New Roman"/>
                <a:cs typeface="Times New Roman"/>
              </a:rPr>
              <a:t>smart</a:t>
            </a:r>
            <a:r>
              <a:rPr sz="2800" b="0" spc="245" dirty="0">
                <a:solidFill>
                  <a:srgbClr val="16536F"/>
                </a:solidFill>
                <a:latin typeface="Times New Roman"/>
                <a:cs typeface="Times New Roman"/>
              </a:rPr>
              <a:t> </a:t>
            </a:r>
            <a:r>
              <a:rPr sz="2800" b="0" dirty="0">
                <a:solidFill>
                  <a:srgbClr val="16536F"/>
                </a:solidFill>
                <a:latin typeface="Times New Roman"/>
                <a:cs typeface="Times New Roman"/>
              </a:rPr>
              <a:t>integration</a:t>
            </a:r>
            <a:r>
              <a:rPr sz="2800" b="0" spc="250" dirty="0">
                <a:solidFill>
                  <a:srgbClr val="16536F"/>
                </a:solidFill>
                <a:latin typeface="Times New Roman"/>
                <a:cs typeface="Times New Roman"/>
              </a:rPr>
              <a:t> </a:t>
            </a:r>
            <a:r>
              <a:rPr sz="2800" b="0" dirty="0">
                <a:solidFill>
                  <a:srgbClr val="16536F"/>
                </a:solidFill>
                <a:latin typeface="Times New Roman"/>
                <a:cs typeface="Times New Roman"/>
              </a:rPr>
              <a:t>of</a:t>
            </a:r>
            <a:r>
              <a:rPr sz="2800" b="0" spc="250" dirty="0">
                <a:solidFill>
                  <a:srgbClr val="16536F"/>
                </a:solidFill>
                <a:latin typeface="Times New Roman"/>
                <a:cs typeface="Times New Roman"/>
              </a:rPr>
              <a:t> </a:t>
            </a:r>
            <a:r>
              <a:rPr sz="2800" b="0" spc="-10" dirty="0">
                <a:solidFill>
                  <a:srgbClr val="16536F"/>
                </a:solidFill>
                <a:latin typeface="Times New Roman"/>
                <a:cs typeface="Times New Roman"/>
              </a:rPr>
              <a:t>technology,</a:t>
            </a:r>
            <a:r>
              <a:rPr sz="2800" b="0" spc="250" dirty="0">
                <a:solidFill>
                  <a:srgbClr val="16536F"/>
                </a:solidFill>
                <a:latin typeface="Times New Roman"/>
                <a:cs typeface="Times New Roman"/>
              </a:rPr>
              <a:t> </a:t>
            </a:r>
            <a:r>
              <a:rPr sz="2800" b="0" dirty="0">
                <a:solidFill>
                  <a:srgbClr val="16536F"/>
                </a:solidFill>
                <a:latin typeface="Times New Roman"/>
                <a:cs typeface="Times New Roman"/>
              </a:rPr>
              <a:t>the</a:t>
            </a:r>
            <a:r>
              <a:rPr sz="2800" b="0" spc="245" dirty="0">
                <a:solidFill>
                  <a:srgbClr val="16536F"/>
                </a:solidFill>
                <a:latin typeface="Times New Roman"/>
                <a:cs typeface="Times New Roman"/>
              </a:rPr>
              <a:t> </a:t>
            </a:r>
            <a:r>
              <a:rPr sz="2800" b="0" dirty="0">
                <a:solidFill>
                  <a:srgbClr val="16536F"/>
                </a:solidFill>
                <a:latin typeface="Times New Roman"/>
                <a:cs typeface="Times New Roman"/>
              </a:rPr>
              <a:t>system</a:t>
            </a:r>
            <a:r>
              <a:rPr sz="2800" b="0" spc="250" dirty="0">
                <a:solidFill>
                  <a:srgbClr val="16536F"/>
                </a:solidFill>
                <a:latin typeface="Times New Roman"/>
                <a:cs typeface="Times New Roman"/>
              </a:rPr>
              <a:t> </a:t>
            </a:r>
            <a:r>
              <a:rPr sz="2800" b="0" dirty="0">
                <a:solidFill>
                  <a:srgbClr val="16536F"/>
                </a:solidFill>
                <a:latin typeface="Times New Roman"/>
                <a:cs typeface="Times New Roman"/>
              </a:rPr>
              <a:t>not</a:t>
            </a:r>
            <a:r>
              <a:rPr sz="2800" b="0" spc="250" dirty="0">
                <a:solidFill>
                  <a:srgbClr val="16536F"/>
                </a:solidFill>
                <a:latin typeface="Times New Roman"/>
                <a:cs typeface="Times New Roman"/>
              </a:rPr>
              <a:t> </a:t>
            </a:r>
            <a:r>
              <a:rPr sz="2800" b="0" dirty="0">
                <a:solidFill>
                  <a:srgbClr val="16536F"/>
                </a:solidFill>
                <a:latin typeface="Times New Roman"/>
                <a:cs typeface="Times New Roman"/>
              </a:rPr>
              <a:t>only</a:t>
            </a:r>
            <a:r>
              <a:rPr sz="2800" b="0" spc="245" dirty="0">
                <a:solidFill>
                  <a:srgbClr val="16536F"/>
                </a:solidFill>
                <a:latin typeface="Times New Roman"/>
                <a:cs typeface="Times New Roman"/>
              </a:rPr>
              <a:t> </a:t>
            </a:r>
            <a:r>
              <a:rPr sz="2800" b="0" spc="-10" dirty="0">
                <a:solidFill>
                  <a:srgbClr val="16536F"/>
                </a:solidFill>
                <a:latin typeface="Times New Roman"/>
                <a:cs typeface="Times New Roman"/>
              </a:rPr>
              <a:t>enhances </a:t>
            </a:r>
            <a:r>
              <a:rPr sz="2800" b="0" spc="-30" dirty="0">
                <a:solidFill>
                  <a:srgbClr val="16536F"/>
                </a:solidFill>
                <a:latin typeface="Times New Roman"/>
                <a:cs typeface="Times New Roman"/>
              </a:rPr>
              <a:t>classroom</a:t>
            </a:r>
            <a:r>
              <a:rPr sz="2800" b="0" spc="20" dirty="0">
                <a:solidFill>
                  <a:srgbClr val="16536F"/>
                </a:solidFill>
                <a:latin typeface="Times New Roman"/>
                <a:cs typeface="Times New Roman"/>
              </a:rPr>
              <a:t> </a:t>
            </a:r>
            <a:r>
              <a:rPr sz="2800" b="0" spc="-10" dirty="0">
                <a:solidFill>
                  <a:srgbClr val="16536F"/>
                </a:solidFill>
                <a:latin typeface="Times New Roman"/>
                <a:cs typeface="Times New Roman"/>
              </a:rPr>
              <a:t>management</a:t>
            </a:r>
            <a:r>
              <a:rPr sz="2800" b="0" spc="20" dirty="0">
                <a:solidFill>
                  <a:srgbClr val="16536F"/>
                </a:solidFill>
                <a:latin typeface="Times New Roman"/>
                <a:cs typeface="Times New Roman"/>
              </a:rPr>
              <a:t> </a:t>
            </a:r>
            <a:r>
              <a:rPr sz="2800" b="0" dirty="0">
                <a:solidFill>
                  <a:srgbClr val="16536F"/>
                </a:solidFill>
                <a:latin typeface="Times New Roman"/>
                <a:cs typeface="Times New Roman"/>
              </a:rPr>
              <a:t>but</a:t>
            </a:r>
            <a:r>
              <a:rPr sz="2800" b="0" spc="20" dirty="0">
                <a:solidFill>
                  <a:srgbClr val="16536F"/>
                </a:solidFill>
                <a:latin typeface="Times New Roman"/>
                <a:cs typeface="Times New Roman"/>
              </a:rPr>
              <a:t> </a:t>
            </a:r>
            <a:r>
              <a:rPr sz="2800" b="0" dirty="0">
                <a:solidFill>
                  <a:srgbClr val="16536F"/>
                </a:solidFill>
                <a:latin typeface="Times New Roman"/>
                <a:cs typeface="Times New Roman"/>
              </a:rPr>
              <a:t>also</a:t>
            </a:r>
            <a:r>
              <a:rPr sz="2800" b="0" spc="20" dirty="0">
                <a:solidFill>
                  <a:srgbClr val="16536F"/>
                </a:solidFill>
                <a:latin typeface="Times New Roman"/>
                <a:cs typeface="Times New Roman"/>
              </a:rPr>
              <a:t> </a:t>
            </a:r>
            <a:r>
              <a:rPr sz="2800" b="0" dirty="0">
                <a:solidFill>
                  <a:srgbClr val="16536F"/>
                </a:solidFill>
                <a:latin typeface="Times New Roman"/>
                <a:cs typeface="Times New Roman"/>
              </a:rPr>
              <a:t>supports</a:t>
            </a:r>
            <a:r>
              <a:rPr sz="2800" b="0" spc="20" dirty="0">
                <a:solidFill>
                  <a:srgbClr val="16536F"/>
                </a:solidFill>
                <a:latin typeface="Times New Roman"/>
                <a:cs typeface="Times New Roman"/>
              </a:rPr>
              <a:t> </a:t>
            </a:r>
            <a:r>
              <a:rPr sz="2800" b="0" spc="160" dirty="0">
                <a:solidFill>
                  <a:srgbClr val="16536F"/>
                </a:solidFill>
                <a:latin typeface="Times New Roman"/>
                <a:cs typeface="Times New Roman"/>
              </a:rPr>
              <a:t>a</a:t>
            </a:r>
            <a:r>
              <a:rPr sz="2800" b="0" spc="20" dirty="0">
                <a:solidFill>
                  <a:srgbClr val="16536F"/>
                </a:solidFill>
                <a:latin typeface="Times New Roman"/>
                <a:cs typeface="Times New Roman"/>
              </a:rPr>
              <a:t> </a:t>
            </a:r>
            <a:r>
              <a:rPr sz="2800" b="0" dirty="0">
                <a:solidFill>
                  <a:srgbClr val="16536F"/>
                </a:solidFill>
                <a:latin typeface="Times New Roman"/>
                <a:cs typeface="Times New Roman"/>
              </a:rPr>
              <a:t>better</a:t>
            </a:r>
            <a:r>
              <a:rPr sz="2800" b="0" spc="25" dirty="0">
                <a:solidFill>
                  <a:srgbClr val="16536F"/>
                </a:solidFill>
                <a:latin typeface="Times New Roman"/>
                <a:cs typeface="Times New Roman"/>
              </a:rPr>
              <a:t> </a:t>
            </a:r>
            <a:r>
              <a:rPr sz="2800" b="0" spc="-30" dirty="0">
                <a:solidFill>
                  <a:srgbClr val="16536F"/>
                </a:solidFill>
                <a:latin typeface="Times New Roman"/>
                <a:cs typeface="Times New Roman"/>
              </a:rPr>
              <a:t>learning</a:t>
            </a:r>
            <a:r>
              <a:rPr sz="2800" b="0" spc="20" dirty="0">
                <a:solidFill>
                  <a:srgbClr val="16536F"/>
                </a:solidFill>
                <a:latin typeface="Times New Roman"/>
                <a:cs typeface="Times New Roman"/>
              </a:rPr>
              <a:t> </a:t>
            </a:r>
            <a:r>
              <a:rPr sz="2800" b="0" spc="-35" dirty="0">
                <a:solidFill>
                  <a:srgbClr val="16536F"/>
                </a:solidFill>
                <a:latin typeface="Times New Roman"/>
                <a:cs typeface="Times New Roman"/>
              </a:rPr>
              <a:t>environment,</a:t>
            </a:r>
            <a:r>
              <a:rPr sz="2800" b="0" spc="20" dirty="0">
                <a:solidFill>
                  <a:srgbClr val="16536F"/>
                </a:solidFill>
                <a:latin typeface="Times New Roman"/>
                <a:cs typeface="Times New Roman"/>
              </a:rPr>
              <a:t> </a:t>
            </a:r>
            <a:r>
              <a:rPr sz="2800" b="0" dirty="0">
                <a:solidFill>
                  <a:srgbClr val="16536F"/>
                </a:solidFill>
                <a:latin typeface="Times New Roman"/>
                <a:cs typeface="Times New Roman"/>
              </a:rPr>
              <a:t>making</a:t>
            </a:r>
            <a:r>
              <a:rPr sz="2800" b="0" spc="20" dirty="0">
                <a:solidFill>
                  <a:srgbClr val="16536F"/>
                </a:solidFill>
                <a:latin typeface="Times New Roman"/>
                <a:cs typeface="Times New Roman"/>
              </a:rPr>
              <a:t> </a:t>
            </a:r>
            <a:r>
              <a:rPr sz="2800" b="0" dirty="0">
                <a:solidFill>
                  <a:srgbClr val="16536F"/>
                </a:solidFill>
                <a:latin typeface="Times New Roman"/>
                <a:cs typeface="Times New Roman"/>
              </a:rPr>
              <a:t>it</a:t>
            </a:r>
            <a:r>
              <a:rPr sz="2800" b="0" spc="20" dirty="0">
                <a:solidFill>
                  <a:srgbClr val="16536F"/>
                </a:solidFill>
                <a:latin typeface="Times New Roman"/>
                <a:cs typeface="Times New Roman"/>
              </a:rPr>
              <a:t> </a:t>
            </a:r>
            <a:r>
              <a:rPr sz="2800" b="0" spc="160" dirty="0">
                <a:solidFill>
                  <a:srgbClr val="16536F"/>
                </a:solidFill>
                <a:latin typeface="Times New Roman"/>
                <a:cs typeface="Times New Roman"/>
              </a:rPr>
              <a:t>a</a:t>
            </a:r>
            <a:r>
              <a:rPr sz="2800" b="0" spc="20" dirty="0">
                <a:solidFill>
                  <a:srgbClr val="16536F"/>
                </a:solidFill>
                <a:latin typeface="Times New Roman"/>
                <a:cs typeface="Times New Roman"/>
              </a:rPr>
              <a:t> </a:t>
            </a:r>
            <a:r>
              <a:rPr sz="2800" b="0" spc="-30" dirty="0">
                <a:solidFill>
                  <a:srgbClr val="16536F"/>
                </a:solidFill>
                <a:latin typeface="Times New Roman"/>
                <a:cs typeface="Times New Roman"/>
              </a:rPr>
              <a:t>practical</a:t>
            </a:r>
            <a:r>
              <a:rPr sz="2800" b="0" spc="25" dirty="0">
                <a:solidFill>
                  <a:srgbClr val="16536F"/>
                </a:solidFill>
                <a:latin typeface="Times New Roman"/>
                <a:cs typeface="Times New Roman"/>
              </a:rPr>
              <a:t> </a:t>
            </a:r>
            <a:r>
              <a:rPr sz="2800" b="0" spc="50" dirty="0">
                <a:solidFill>
                  <a:srgbClr val="16536F"/>
                </a:solidFill>
                <a:latin typeface="Times New Roman"/>
                <a:cs typeface="Times New Roman"/>
              </a:rPr>
              <a:t>and</a:t>
            </a:r>
            <a:r>
              <a:rPr sz="2800" b="0" spc="20" dirty="0">
                <a:solidFill>
                  <a:srgbClr val="16536F"/>
                </a:solidFill>
                <a:latin typeface="Times New Roman"/>
                <a:cs typeface="Times New Roman"/>
              </a:rPr>
              <a:t> </a:t>
            </a:r>
            <a:r>
              <a:rPr sz="2800" b="0" spc="-10" dirty="0">
                <a:solidFill>
                  <a:srgbClr val="16536F"/>
                </a:solidFill>
                <a:latin typeface="Times New Roman"/>
                <a:cs typeface="Times New Roman"/>
              </a:rPr>
              <a:t>forward- </a:t>
            </a:r>
            <a:r>
              <a:rPr sz="2800" b="0" spc="-55" dirty="0">
                <a:solidFill>
                  <a:srgbClr val="16536F"/>
                </a:solidFill>
                <a:latin typeface="Times New Roman"/>
                <a:cs typeface="Times New Roman"/>
              </a:rPr>
              <a:t>thinking</a:t>
            </a:r>
            <a:r>
              <a:rPr sz="2800" b="0" spc="-265" dirty="0">
                <a:solidFill>
                  <a:srgbClr val="16536F"/>
                </a:solidFill>
                <a:latin typeface="Times New Roman"/>
                <a:cs typeface="Times New Roman"/>
              </a:rPr>
              <a:t> </a:t>
            </a:r>
            <a:r>
              <a:rPr sz="2800" b="0" spc="-10" dirty="0">
                <a:solidFill>
                  <a:srgbClr val="16536F"/>
                </a:solidFill>
                <a:latin typeface="Times New Roman"/>
                <a:cs typeface="Times New Roman"/>
              </a:rPr>
              <a:t>tool</a:t>
            </a:r>
            <a:r>
              <a:rPr sz="2800" b="0" spc="-265" dirty="0">
                <a:solidFill>
                  <a:srgbClr val="16536F"/>
                </a:solidFill>
                <a:latin typeface="Times New Roman"/>
                <a:cs typeface="Times New Roman"/>
              </a:rPr>
              <a:t> </a:t>
            </a:r>
            <a:r>
              <a:rPr sz="2800" b="0" spc="-10" dirty="0">
                <a:solidFill>
                  <a:srgbClr val="16536F"/>
                </a:solidFill>
                <a:latin typeface="Times New Roman"/>
                <a:cs typeface="Times New Roman"/>
              </a:rPr>
              <a:t>for</a:t>
            </a:r>
            <a:r>
              <a:rPr sz="2800" b="0" spc="-265" dirty="0">
                <a:solidFill>
                  <a:srgbClr val="16536F"/>
                </a:solidFill>
                <a:latin typeface="Times New Roman"/>
                <a:cs typeface="Times New Roman"/>
              </a:rPr>
              <a:t> </a:t>
            </a:r>
            <a:r>
              <a:rPr sz="2800" b="0" spc="-20" dirty="0">
                <a:solidFill>
                  <a:srgbClr val="16536F"/>
                </a:solidFill>
                <a:latin typeface="Times New Roman"/>
                <a:cs typeface="Times New Roman"/>
              </a:rPr>
              <a:t>modern</a:t>
            </a:r>
            <a:r>
              <a:rPr sz="2800" b="0" spc="-265" dirty="0">
                <a:solidFill>
                  <a:srgbClr val="16536F"/>
                </a:solidFill>
                <a:latin typeface="Times New Roman"/>
                <a:cs typeface="Times New Roman"/>
              </a:rPr>
              <a:t> </a:t>
            </a:r>
            <a:r>
              <a:rPr sz="2800" b="0" spc="-60" dirty="0">
                <a:solidFill>
                  <a:srgbClr val="16536F"/>
                </a:solidFill>
                <a:latin typeface="Times New Roman"/>
                <a:cs typeface="Times New Roman"/>
              </a:rPr>
              <a:t>educational</a:t>
            </a:r>
            <a:r>
              <a:rPr sz="2800" b="0" spc="-265" dirty="0">
                <a:solidFill>
                  <a:srgbClr val="16536F"/>
                </a:solidFill>
                <a:latin typeface="Times New Roman"/>
                <a:cs typeface="Times New Roman"/>
              </a:rPr>
              <a:t> </a:t>
            </a:r>
            <a:r>
              <a:rPr sz="2800" b="0" spc="-10" dirty="0">
                <a:solidFill>
                  <a:srgbClr val="16536F"/>
                </a:solidFill>
                <a:latin typeface="Times New Roman"/>
                <a:cs typeface="Times New Roman"/>
              </a:rPr>
              <a:t>institutions.</a:t>
            </a:r>
            <a:endParaRPr sz="2800"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219</TotalTime>
  <Words>681</Words>
  <Application>Microsoft Office PowerPoint</Application>
  <PresentationFormat>Custom</PresentationFormat>
  <Paragraphs>42</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Times New Roman</vt:lpstr>
      <vt:lpstr>Office Theme</vt:lpstr>
      <vt:lpstr>Batch - 09</vt:lpstr>
      <vt:lpstr>INTRODUCTION</vt:lpstr>
      <vt:lpstr>TECHNOLOGIES USED</vt:lpstr>
      <vt:lpstr>PROJECT WORK FLOW DIAGRAM</vt:lpstr>
      <vt:lpstr>EXISTING SYSTEM  In many educational institutions, there is no automated system to verify if classrooms are being properly supervised. Relying on manual checks is time-consuming, inefficient, and impractical— especially across large campuses. While some existing systems attempt to track faculty entry and exit, they often raise concerns about privacy and continuous surveillance. Moreover, the absence of an alert or reminder mechanism means faculty may miss or arrive late to their scheduled classes, further affecting the quality and consistency of education delivery.</vt:lpstr>
      <vt:lpstr>PROPOSED SYSTEM  The proposed system utilizes a Python-based face recognition algorithm to accurately detect the presence of faculty members in classrooms. It features a web-based dashboard that visually represents the supervision status of each classroom using color-coded indicators. Additionally, the system cross- references the faculty timetable and automatically sends SMS reminders to instructors before their scheduled classes, promoting punctuality and reducing the chances of unsupervised sessions.</vt:lpstr>
      <vt:lpstr>CONCLUSION  The Smart Classroom Monitoring System offers an efficient, automated solution to traditional classroom supervision challenges. By using face recognition, a real-time visual dashboard, and timetable-linked SMS alerts, it ensures classes are continuously monitored. Designed to be lightweight, scalable, and privacy-respecting, the system suits institutions of all sizes. Its non-intrusive setup reduces manual workload, improves accountability, and minimizes class disruptions. With its smart integration of technology, the system not only enhances classroom management but also supports a better learning environment, making it a practical and forward- thinking tool for modern educational institutions.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Professional   Business Project Presentation</dc:title>
  <dc:creator>Vishnu pvhsolutions</dc:creator>
  <cp:keywords>DAGuO2XcHbk,BAGNJVnHjW4,0</cp:keywords>
  <cp:lastModifiedBy>Varshitha Chitteti</cp:lastModifiedBy>
  <cp:revision>3</cp:revision>
  <dcterms:created xsi:type="dcterms:W3CDTF">2025-07-26T09:27:41Z</dcterms:created>
  <dcterms:modified xsi:type="dcterms:W3CDTF">2025-07-29T06:05:44Z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2025-07-26T00:00:00Z</vt:filetime>
  </property>
  <property fmtid="{D5CDD505-2E9C-101B-9397-08002B2CF9AE}" pid="3" name="Creator">
    <vt:lpwstr>Canva</vt:lpwstr>
  </property>
  <property fmtid="{D5CDD505-2E9C-101B-9397-08002B2CF9AE}" pid="4" name="LastSaved">
    <vt:filetime>2025-07-26T00:00:00Z</vt:filetime>
  </property>
  <property fmtid="{D5CDD505-2E9C-101B-9397-08002B2CF9AE}" pid="5" name="Producer">
    <vt:lpwstr>Canva</vt:lpwstr>
  </property>
</Properties>
</file>